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5" r:id="rId6"/>
    <p:sldId id="267" r:id="rId7"/>
  </p:sldIdLst>
  <p:sldSz cx="12192000" cy="6858000"/>
  <p:notesSz cx="6858000" cy="12192000"/>
  <p:embeddedFontLst>
    <p:embeddedFont>
      <p:font typeface="Hedvig Letters Sans" panose="020B0604020202020204" charset="0"/>
      <p:regular r:id="rId9"/>
    </p:embeddedFont>
    <p:embeddedFont>
      <p:font typeface="Lite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247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437" y="343437"/>
            <a:ext cx="1156522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kern="0" spc="47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437" y="583842"/>
            <a:ext cx="11711189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Skill Forge AI :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871" y="1205463"/>
            <a:ext cx="5647815" cy="2050317"/>
          </a:xfrm>
          <a:custGeom>
            <a:avLst/>
            <a:gdLst/>
            <a:ahLst/>
            <a:cxnLst/>
            <a:rect l="l" t="t" r="r" b="b"/>
            <a:pathLst>
              <a:path w="5647815" h="2050317">
                <a:moveTo>
                  <a:pt x="137371" y="0"/>
                </a:moveTo>
                <a:lnTo>
                  <a:pt x="5510444" y="0"/>
                </a:lnTo>
                <a:cubicBezTo>
                  <a:pt x="5586312" y="0"/>
                  <a:pt x="5647815" y="61503"/>
                  <a:pt x="5647815" y="137371"/>
                </a:cubicBezTo>
                <a:lnTo>
                  <a:pt x="5647815" y="1912945"/>
                </a:lnTo>
                <a:cubicBezTo>
                  <a:pt x="5647815" y="1988813"/>
                  <a:pt x="5586312" y="2050317"/>
                  <a:pt x="5510444" y="2050317"/>
                </a:cubicBezTo>
                <a:lnTo>
                  <a:pt x="137371" y="2050317"/>
                </a:lnTo>
                <a:cubicBezTo>
                  <a:pt x="61503" y="2050317"/>
                  <a:pt x="0" y="1988813"/>
                  <a:pt x="0" y="1912945"/>
                </a:cubicBezTo>
                <a:lnTo>
                  <a:pt x="0" y="137371"/>
                </a:lnTo>
                <a:cubicBezTo>
                  <a:pt x="0" y="61554"/>
                  <a:pt x="61554" y="0"/>
                  <a:pt x="13737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758" dist="85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6367" y="1414959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984" y="1552333"/>
            <a:ext cx="257577" cy="206062"/>
          </a:xfrm>
          <a:custGeom>
            <a:avLst/>
            <a:gdLst/>
            <a:ahLst/>
            <a:cxnLst/>
            <a:rect l="l" t="t" r="r" b="b"/>
            <a:pathLst>
              <a:path w="257577" h="206062">
                <a:moveTo>
                  <a:pt x="128789" y="6439"/>
                </a:moveTo>
                <a:cubicBezTo>
                  <a:pt x="151890" y="6439"/>
                  <a:pt x="170645" y="25195"/>
                  <a:pt x="170645" y="48296"/>
                </a:cubicBezTo>
                <a:cubicBezTo>
                  <a:pt x="170645" y="71397"/>
                  <a:pt x="151890" y="90152"/>
                  <a:pt x="128789" y="90152"/>
                </a:cubicBezTo>
                <a:cubicBezTo>
                  <a:pt x="105688" y="90152"/>
                  <a:pt x="86932" y="71397"/>
                  <a:pt x="86932" y="48296"/>
                </a:cubicBezTo>
                <a:cubicBezTo>
                  <a:pt x="86932" y="25195"/>
                  <a:pt x="105688" y="6439"/>
                  <a:pt x="128789" y="6439"/>
                </a:cubicBezTo>
                <a:close/>
                <a:moveTo>
                  <a:pt x="38637" y="35417"/>
                </a:moveTo>
                <a:cubicBezTo>
                  <a:pt x="54630" y="35417"/>
                  <a:pt x="67614" y="48401"/>
                  <a:pt x="67614" y="64394"/>
                </a:cubicBezTo>
                <a:cubicBezTo>
                  <a:pt x="67614" y="80387"/>
                  <a:pt x="54630" y="93372"/>
                  <a:pt x="38637" y="93372"/>
                </a:cubicBezTo>
                <a:cubicBezTo>
                  <a:pt x="22644" y="93372"/>
                  <a:pt x="9659" y="80387"/>
                  <a:pt x="9659" y="64394"/>
                </a:cubicBezTo>
                <a:cubicBezTo>
                  <a:pt x="9659" y="48401"/>
                  <a:pt x="22644" y="35417"/>
                  <a:pt x="38637" y="35417"/>
                </a:cubicBezTo>
                <a:close/>
                <a:moveTo>
                  <a:pt x="0" y="167425"/>
                </a:moveTo>
                <a:cubicBezTo>
                  <a:pt x="0" y="138971"/>
                  <a:pt x="23061" y="115910"/>
                  <a:pt x="51515" y="115910"/>
                </a:cubicBezTo>
                <a:cubicBezTo>
                  <a:pt x="56667" y="115910"/>
                  <a:pt x="61658" y="116675"/>
                  <a:pt x="66366" y="118083"/>
                </a:cubicBezTo>
                <a:cubicBezTo>
                  <a:pt x="53125" y="132894"/>
                  <a:pt x="45076" y="152454"/>
                  <a:pt x="45076" y="173865"/>
                </a:cubicBezTo>
                <a:lnTo>
                  <a:pt x="45076" y="180304"/>
                </a:lnTo>
                <a:cubicBezTo>
                  <a:pt x="45076" y="184892"/>
                  <a:pt x="46042" y="189239"/>
                  <a:pt x="47773" y="193183"/>
                </a:cubicBezTo>
                <a:lnTo>
                  <a:pt x="12879" y="193183"/>
                </a:lnTo>
                <a:cubicBezTo>
                  <a:pt x="5755" y="193183"/>
                  <a:pt x="0" y="187428"/>
                  <a:pt x="0" y="180304"/>
                </a:cubicBezTo>
                <a:lnTo>
                  <a:pt x="0" y="167425"/>
                </a:lnTo>
                <a:close/>
                <a:moveTo>
                  <a:pt x="209805" y="193183"/>
                </a:moveTo>
                <a:cubicBezTo>
                  <a:pt x="211535" y="189239"/>
                  <a:pt x="212501" y="184892"/>
                  <a:pt x="212501" y="180304"/>
                </a:cubicBezTo>
                <a:lnTo>
                  <a:pt x="212501" y="173865"/>
                </a:lnTo>
                <a:cubicBezTo>
                  <a:pt x="212501" y="152454"/>
                  <a:pt x="204452" y="132894"/>
                  <a:pt x="191211" y="118083"/>
                </a:cubicBezTo>
                <a:cubicBezTo>
                  <a:pt x="195920" y="116675"/>
                  <a:pt x="200910" y="115910"/>
                  <a:pt x="206062" y="115910"/>
                </a:cubicBezTo>
                <a:cubicBezTo>
                  <a:pt x="234516" y="115910"/>
                  <a:pt x="257577" y="138971"/>
                  <a:pt x="257577" y="167425"/>
                </a:cubicBezTo>
                <a:lnTo>
                  <a:pt x="257577" y="180304"/>
                </a:lnTo>
                <a:cubicBezTo>
                  <a:pt x="257577" y="187428"/>
                  <a:pt x="251822" y="193183"/>
                  <a:pt x="244699" y="193183"/>
                </a:cubicBezTo>
                <a:lnTo>
                  <a:pt x="209805" y="193183"/>
                </a:lnTo>
                <a:close/>
                <a:moveTo>
                  <a:pt x="189963" y="64394"/>
                </a:moveTo>
                <a:cubicBezTo>
                  <a:pt x="189963" y="48401"/>
                  <a:pt x="202948" y="35417"/>
                  <a:pt x="218941" y="35417"/>
                </a:cubicBezTo>
                <a:cubicBezTo>
                  <a:pt x="234934" y="35417"/>
                  <a:pt x="247918" y="48401"/>
                  <a:pt x="247918" y="64394"/>
                </a:cubicBezTo>
                <a:cubicBezTo>
                  <a:pt x="247918" y="80387"/>
                  <a:pt x="234934" y="93372"/>
                  <a:pt x="218941" y="93372"/>
                </a:cubicBezTo>
                <a:cubicBezTo>
                  <a:pt x="202948" y="93372"/>
                  <a:pt x="189963" y="80387"/>
                  <a:pt x="189963" y="64394"/>
                </a:cubicBezTo>
                <a:close/>
                <a:moveTo>
                  <a:pt x="64394" y="173865"/>
                </a:moveTo>
                <a:cubicBezTo>
                  <a:pt x="64394" y="138287"/>
                  <a:pt x="93211" y="109470"/>
                  <a:pt x="128789" y="109470"/>
                </a:cubicBezTo>
                <a:cubicBezTo>
                  <a:pt x="164367" y="109470"/>
                  <a:pt x="193183" y="138287"/>
                  <a:pt x="193183" y="173865"/>
                </a:cubicBezTo>
                <a:lnTo>
                  <a:pt x="193183" y="180304"/>
                </a:lnTo>
                <a:cubicBezTo>
                  <a:pt x="193183" y="187428"/>
                  <a:pt x="187428" y="193183"/>
                  <a:pt x="180304" y="193183"/>
                </a:cubicBezTo>
                <a:lnTo>
                  <a:pt x="77273" y="193183"/>
                </a:lnTo>
                <a:cubicBezTo>
                  <a:pt x="70150" y="193183"/>
                  <a:pt x="64394" y="187428"/>
                  <a:pt x="64394" y="180304"/>
                </a:cubicBezTo>
                <a:lnTo>
                  <a:pt x="64394" y="173865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" name="Text 5"/>
          <p:cNvSpPr/>
          <p:nvPr/>
        </p:nvSpPr>
        <p:spPr>
          <a:xfrm>
            <a:off x="1174553" y="1414959"/>
            <a:ext cx="4696496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One-Size-Fits-All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4553" y="1724052"/>
            <a:ext cx="4679324" cy="66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education treats all learners identically, ignoring individual pace, preferences, and knowledge gaps. This leads to disengagement and suboptimal outcomes.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6367" y="2564184"/>
            <a:ext cx="5228823" cy="480811"/>
          </a:xfrm>
          <a:custGeom>
            <a:avLst/>
            <a:gdLst/>
            <a:ahLst/>
            <a:cxnLst/>
            <a:rect l="l" t="t" r="r" b="b"/>
            <a:pathLst>
              <a:path w="5228823" h="480811">
                <a:moveTo>
                  <a:pt x="103033" y="0"/>
                </a:moveTo>
                <a:lnTo>
                  <a:pt x="5125789" y="0"/>
                </a:lnTo>
                <a:cubicBezTo>
                  <a:pt x="5182693" y="0"/>
                  <a:pt x="5228823" y="46129"/>
                  <a:pt x="5228823" y="103033"/>
                </a:cubicBezTo>
                <a:lnTo>
                  <a:pt x="5228823" y="377778"/>
                </a:lnTo>
                <a:cubicBezTo>
                  <a:pt x="5228823" y="434682"/>
                  <a:pt x="5182693" y="480811"/>
                  <a:pt x="5125789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93742" y="2701559"/>
            <a:ext cx="5022761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78%</a:t>
            </a:r>
            <a:r>
              <a:rPr lang="en-US" sz="108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students report feeling disengaged with standardized learning materials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6871" y="3398735"/>
            <a:ext cx="5647815" cy="2050317"/>
          </a:xfrm>
          <a:custGeom>
            <a:avLst/>
            <a:gdLst/>
            <a:ahLst/>
            <a:cxnLst/>
            <a:rect l="l" t="t" r="r" b="b"/>
            <a:pathLst>
              <a:path w="5647815" h="2050317">
                <a:moveTo>
                  <a:pt x="137371" y="0"/>
                </a:moveTo>
                <a:lnTo>
                  <a:pt x="5510444" y="0"/>
                </a:lnTo>
                <a:cubicBezTo>
                  <a:pt x="5586312" y="0"/>
                  <a:pt x="5647815" y="61503"/>
                  <a:pt x="5647815" y="137371"/>
                </a:cubicBezTo>
                <a:lnTo>
                  <a:pt x="5647815" y="1912945"/>
                </a:lnTo>
                <a:cubicBezTo>
                  <a:pt x="5647815" y="1988813"/>
                  <a:pt x="5586312" y="2050317"/>
                  <a:pt x="5510444" y="2050317"/>
                </a:cubicBezTo>
                <a:lnTo>
                  <a:pt x="137371" y="2050317"/>
                </a:lnTo>
                <a:cubicBezTo>
                  <a:pt x="61503" y="2050317"/>
                  <a:pt x="0" y="1988813"/>
                  <a:pt x="0" y="1912945"/>
                </a:cubicBezTo>
                <a:lnTo>
                  <a:pt x="0" y="137371"/>
                </a:lnTo>
                <a:cubicBezTo>
                  <a:pt x="0" y="61554"/>
                  <a:pt x="61554" y="0"/>
                  <a:pt x="13737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758" dist="85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6367" y="3608231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93742" y="3745606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03031" y="0"/>
                </a:moveTo>
                <a:cubicBezTo>
                  <a:pt x="159895" y="0"/>
                  <a:pt x="206062" y="46167"/>
                  <a:pt x="206062" y="103031"/>
                </a:cubicBezTo>
                <a:cubicBezTo>
                  <a:pt x="206062" y="159895"/>
                  <a:pt x="159895" y="206062"/>
                  <a:pt x="103031" y="206062"/>
                </a:cubicBezTo>
                <a:cubicBezTo>
                  <a:pt x="46167" y="206062"/>
                  <a:pt x="0" y="159895"/>
                  <a:pt x="0" y="103031"/>
                </a:cubicBezTo>
                <a:cubicBezTo>
                  <a:pt x="0" y="46167"/>
                  <a:pt x="46167" y="0"/>
                  <a:pt x="103031" y="0"/>
                </a:cubicBezTo>
                <a:close/>
                <a:moveTo>
                  <a:pt x="93372" y="48296"/>
                </a:moveTo>
                <a:lnTo>
                  <a:pt x="93372" y="103031"/>
                </a:lnTo>
                <a:cubicBezTo>
                  <a:pt x="93372" y="106251"/>
                  <a:pt x="94982" y="109269"/>
                  <a:pt x="97678" y="111080"/>
                </a:cubicBezTo>
                <a:lnTo>
                  <a:pt x="136315" y="136838"/>
                </a:lnTo>
                <a:cubicBezTo>
                  <a:pt x="140742" y="139816"/>
                  <a:pt x="146739" y="138609"/>
                  <a:pt x="149717" y="134142"/>
                </a:cubicBezTo>
                <a:cubicBezTo>
                  <a:pt x="152695" y="129674"/>
                  <a:pt x="151488" y="123718"/>
                  <a:pt x="147020" y="120739"/>
                </a:cubicBezTo>
                <a:lnTo>
                  <a:pt x="112690" y="97879"/>
                </a:lnTo>
                <a:lnTo>
                  <a:pt x="112690" y="48296"/>
                </a:lnTo>
                <a:cubicBezTo>
                  <a:pt x="112690" y="42943"/>
                  <a:pt x="108384" y="38637"/>
                  <a:pt x="103031" y="38637"/>
                </a:cubicBezTo>
                <a:cubicBezTo>
                  <a:pt x="97678" y="38637"/>
                  <a:pt x="93372" y="42943"/>
                  <a:pt x="93372" y="48296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553" y="3608231"/>
            <a:ext cx="4696496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Assessment Burden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4553" y="3917324"/>
            <a:ext cx="4679324" cy="44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Educators spend countless hours creating exams, grading, and analyzing results. This manual process is time-consuming and prone to inconsistency.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6367" y="4757456"/>
            <a:ext cx="5228823" cy="480811"/>
          </a:xfrm>
          <a:custGeom>
            <a:avLst/>
            <a:gdLst/>
            <a:ahLst/>
            <a:cxnLst/>
            <a:rect l="l" t="t" r="r" b="b"/>
            <a:pathLst>
              <a:path w="5228823" h="480811">
                <a:moveTo>
                  <a:pt x="103033" y="0"/>
                </a:moveTo>
                <a:lnTo>
                  <a:pt x="5125789" y="0"/>
                </a:lnTo>
                <a:cubicBezTo>
                  <a:pt x="5182693" y="0"/>
                  <a:pt x="5228823" y="46129"/>
                  <a:pt x="5228823" y="103033"/>
                </a:cubicBezTo>
                <a:lnTo>
                  <a:pt x="5228823" y="377778"/>
                </a:lnTo>
                <a:cubicBezTo>
                  <a:pt x="5228823" y="434682"/>
                  <a:pt x="5182693" y="480811"/>
                  <a:pt x="5125789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93742" y="4894830"/>
            <a:ext cx="5022761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15+ hours</a:t>
            </a:r>
            <a:r>
              <a:rPr lang="en-US" sz="108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average time spent by teachers per week on assessment-related tasks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4290" y="1205463"/>
            <a:ext cx="5647815" cy="2050317"/>
          </a:xfrm>
          <a:custGeom>
            <a:avLst/>
            <a:gdLst/>
            <a:ahLst/>
            <a:cxnLst/>
            <a:rect l="l" t="t" r="r" b="b"/>
            <a:pathLst>
              <a:path w="5647815" h="2050317">
                <a:moveTo>
                  <a:pt x="137371" y="0"/>
                </a:moveTo>
                <a:lnTo>
                  <a:pt x="5510444" y="0"/>
                </a:lnTo>
                <a:cubicBezTo>
                  <a:pt x="5586312" y="0"/>
                  <a:pt x="5647815" y="61503"/>
                  <a:pt x="5647815" y="137371"/>
                </a:cubicBezTo>
                <a:lnTo>
                  <a:pt x="5647815" y="1912945"/>
                </a:lnTo>
                <a:cubicBezTo>
                  <a:pt x="5647815" y="1988813"/>
                  <a:pt x="5586312" y="2050317"/>
                  <a:pt x="5510444" y="2050317"/>
                </a:cubicBezTo>
                <a:lnTo>
                  <a:pt x="137371" y="2050317"/>
                </a:lnTo>
                <a:cubicBezTo>
                  <a:pt x="61503" y="2050317"/>
                  <a:pt x="0" y="1988813"/>
                  <a:pt x="0" y="1912945"/>
                </a:cubicBezTo>
                <a:lnTo>
                  <a:pt x="0" y="137371"/>
                </a:lnTo>
                <a:cubicBezTo>
                  <a:pt x="0" y="61554"/>
                  <a:pt x="61554" y="0"/>
                  <a:pt x="13737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758" dist="85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3786" y="1414959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51161" y="1552333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25758" y="25758"/>
                </a:moveTo>
                <a:cubicBezTo>
                  <a:pt x="25758" y="18634"/>
                  <a:pt x="20003" y="12879"/>
                  <a:pt x="12879" y="12879"/>
                </a:cubicBezTo>
                <a:cubicBezTo>
                  <a:pt x="5755" y="12879"/>
                  <a:pt x="0" y="18634"/>
                  <a:pt x="0" y="25758"/>
                </a:cubicBezTo>
                <a:lnTo>
                  <a:pt x="0" y="160986"/>
                </a:lnTo>
                <a:cubicBezTo>
                  <a:pt x="0" y="178775"/>
                  <a:pt x="14408" y="193183"/>
                  <a:pt x="32197" y="193183"/>
                </a:cubicBezTo>
                <a:lnTo>
                  <a:pt x="193183" y="193183"/>
                </a:lnTo>
                <a:cubicBezTo>
                  <a:pt x="200307" y="193183"/>
                  <a:pt x="206062" y="187428"/>
                  <a:pt x="206062" y="180304"/>
                </a:cubicBezTo>
                <a:cubicBezTo>
                  <a:pt x="206062" y="173181"/>
                  <a:pt x="200307" y="167425"/>
                  <a:pt x="193183" y="167425"/>
                </a:cubicBezTo>
                <a:lnTo>
                  <a:pt x="32197" y="167425"/>
                </a:lnTo>
                <a:cubicBezTo>
                  <a:pt x="28655" y="167425"/>
                  <a:pt x="25758" y="164528"/>
                  <a:pt x="25758" y="160986"/>
                </a:cubicBezTo>
                <a:lnTo>
                  <a:pt x="25758" y="25758"/>
                </a:lnTo>
                <a:close/>
                <a:moveTo>
                  <a:pt x="189400" y="60611"/>
                </a:moveTo>
                <a:cubicBezTo>
                  <a:pt x="194431" y="55580"/>
                  <a:pt x="194431" y="47410"/>
                  <a:pt x="189400" y="42380"/>
                </a:cubicBezTo>
                <a:cubicBezTo>
                  <a:pt x="184369" y="37349"/>
                  <a:pt x="176199" y="37349"/>
                  <a:pt x="171168" y="42380"/>
                </a:cubicBezTo>
                <a:lnTo>
                  <a:pt x="128789" y="84799"/>
                </a:lnTo>
                <a:lnTo>
                  <a:pt x="105687" y="61738"/>
                </a:lnTo>
                <a:cubicBezTo>
                  <a:pt x="100656" y="56707"/>
                  <a:pt x="92486" y="56707"/>
                  <a:pt x="87456" y="61738"/>
                </a:cubicBezTo>
                <a:lnTo>
                  <a:pt x="48819" y="100375"/>
                </a:lnTo>
                <a:cubicBezTo>
                  <a:pt x="43788" y="105406"/>
                  <a:pt x="43788" y="113576"/>
                  <a:pt x="48819" y="118606"/>
                </a:cubicBezTo>
                <a:cubicBezTo>
                  <a:pt x="53850" y="123637"/>
                  <a:pt x="62020" y="123637"/>
                  <a:pt x="67051" y="118606"/>
                </a:cubicBezTo>
                <a:lnTo>
                  <a:pt x="96592" y="89065"/>
                </a:lnTo>
                <a:lnTo>
                  <a:pt x="119693" y="112167"/>
                </a:lnTo>
                <a:cubicBezTo>
                  <a:pt x="124724" y="117198"/>
                  <a:pt x="132894" y="117198"/>
                  <a:pt x="137925" y="112167"/>
                </a:cubicBezTo>
                <a:lnTo>
                  <a:pt x="189440" y="60651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972" y="1414959"/>
            <a:ext cx="4696496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Limited Real-Time Insights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31972" y="1724052"/>
            <a:ext cx="4679324" cy="66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continuous monitoring and analytics, knowledge gaps remain unidentified until it's too late. Students progress without mastering foundational concepts.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13786" y="2564184"/>
            <a:ext cx="5228823" cy="480811"/>
          </a:xfrm>
          <a:custGeom>
            <a:avLst/>
            <a:gdLst/>
            <a:ahLst/>
            <a:cxnLst/>
            <a:rect l="l" t="t" r="r" b="b"/>
            <a:pathLst>
              <a:path w="5228823" h="480811">
                <a:moveTo>
                  <a:pt x="103033" y="0"/>
                </a:moveTo>
                <a:lnTo>
                  <a:pt x="5125789" y="0"/>
                </a:lnTo>
                <a:cubicBezTo>
                  <a:pt x="5182693" y="0"/>
                  <a:pt x="5228823" y="46129"/>
                  <a:pt x="5228823" y="103033"/>
                </a:cubicBezTo>
                <a:lnTo>
                  <a:pt x="5228823" y="377778"/>
                </a:lnTo>
                <a:cubicBezTo>
                  <a:pt x="5228823" y="434682"/>
                  <a:pt x="5182693" y="480811"/>
                  <a:pt x="5125789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F5F5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551161" y="2701559"/>
            <a:ext cx="5022761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r>
              <a:rPr lang="en-US" sz="108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retention loss within 24 hours without personalized reinforcement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4290" y="3398735"/>
            <a:ext cx="5647815" cy="2050317"/>
          </a:xfrm>
          <a:custGeom>
            <a:avLst/>
            <a:gdLst/>
            <a:ahLst/>
            <a:cxnLst/>
            <a:rect l="l" t="t" r="r" b="b"/>
            <a:pathLst>
              <a:path w="5647815" h="2050317">
                <a:moveTo>
                  <a:pt x="137371" y="0"/>
                </a:moveTo>
                <a:lnTo>
                  <a:pt x="5510444" y="0"/>
                </a:lnTo>
                <a:cubicBezTo>
                  <a:pt x="5586312" y="0"/>
                  <a:pt x="5647815" y="61503"/>
                  <a:pt x="5647815" y="137371"/>
                </a:cubicBezTo>
                <a:lnTo>
                  <a:pt x="5647815" y="1912945"/>
                </a:lnTo>
                <a:cubicBezTo>
                  <a:pt x="5647815" y="1988813"/>
                  <a:pt x="5586312" y="2050317"/>
                  <a:pt x="5510444" y="2050317"/>
                </a:cubicBezTo>
                <a:lnTo>
                  <a:pt x="137371" y="2050317"/>
                </a:lnTo>
                <a:cubicBezTo>
                  <a:pt x="61503" y="2050317"/>
                  <a:pt x="0" y="1988813"/>
                  <a:pt x="0" y="1912945"/>
                </a:cubicBezTo>
                <a:lnTo>
                  <a:pt x="0" y="137371"/>
                </a:lnTo>
                <a:cubicBezTo>
                  <a:pt x="0" y="61554"/>
                  <a:pt x="61554" y="0"/>
                  <a:pt x="13737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758" dist="858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3786" y="3608231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AF52DE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4040" y="3745606"/>
            <a:ext cx="180304" cy="206062"/>
          </a:xfrm>
          <a:custGeom>
            <a:avLst/>
            <a:gdLst/>
            <a:ahLst/>
            <a:cxnLst/>
            <a:rect l="l" t="t" r="r" b="b"/>
            <a:pathLst>
              <a:path w="180304" h="206062">
                <a:moveTo>
                  <a:pt x="67614" y="12879"/>
                </a:moveTo>
                <a:lnTo>
                  <a:pt x="9659" y="12879"/>
                </a:lnTo>
                <a:cubicBezTo>
                  <a:pt x="4306" y="12879"/>
                  <a:pt x="0" y="17185"/>
                  <a:pt x="0" y="22538"/>
                </a:cubicBezTo>
                <a:lnTo>
                  <a:pt x="0" y="80493"/>
                </a:lnTo>
                <a:cubicBezTo>
                  <a:pt x="0" y="84397"/>
                  <a:pt x="2334" y="87939"/>
                  <a:pt x="5956" y="89428"/>
                </a:cubicBezTo>
                <a:cubicBezTo>
                  <a:pt x="9579" y="90917"/>
                  <a:pt x="13724" y="90072"/>
                  <a:pt x="16501" y="87335"/>
                </a:cubicBezTo>
                <a:lnTo>
                  <a:pt x="32600" y="71236"/>
                </a:lnTo>
                <a:lnTo>
                  <a:pt x="64394" y="103031"/>
                </a:lnTo>
                <a:lnTo>
                  <a:pt x="32600" y="134826"/>
                </a:lnTo>
                <a:lnTo>
                  <a:pt x="16501" y="118727"/>
                </a:lnTo>
                <a:cubicBezTo>
                  <a:pt x="13724" y="115950"/>
                  <a:pt x="9579" y="115145"/>
                  <a:pt x="5956" y="116634"/>
                </a:cubicBezTo>
                <a:cubicBezTo>
                  <a:pt x="2334" y="118123"/>
                  <a:pt x="0" y="121665"/>
                  <a:pt x="0" y="125569"/>
                </a:cubicBezTo>
                <a:lnTo>
                  <a:pt x="0" y="183524"/>
                </a:lnTo>
                <a:cubicBezTo>
                  <a:pt x="0" y="188877"/>
                  <a:pt x="4306" y="193183"/>
                  <a:pt x="9659" y="193183"/>
                </a:cubicBezTo>
                <a:lnTo>
                  <a:pt x="67614" y="193183"/>
                </a:lnTo>
                <a:cubicBezTo>
                  <a:pt x="71518" y="193183"/>
                  <a:pt x="75060" y="190849"/>
                  <a:pt x="76549" y="187227"/>
                </a:cubicBezTo>
                <a:cubicBezTo>
                  <a:pt x="78038" y="183604"/>
                  <a:pt x="77233" y="179459"/>
                  <a:pt x="74456" y="176682"/>
                </a:cubicBezTo>
                <a:lnTo>
                  <a:pt x="58357" y="160583"/>
                </a:lnTo>
                <a:lnTo>
                  <a:pt x="90152" y="128789"/>
                </a:lnTo>
                <a:lnTo>
                  <a:pt x="121947" y="160583"/>
                </a:lnTo>
                <a:lnTo>
                  <a:pt x="105848" y="176682"/>
                </a:lnTo>
                <a:cubicBezTo>
                  <a:pt x="103071" y="179459"/>
                  <a:pt x="102266" y="183604"/>
                  <a:pt x="103755" y="187227"/>
                </a:cubicBezTo>
                <a:cubicBezTo>
                  <a:pt x="105245" y="190849"/>
                  <a:pt x="108786" y="193183"/>
                  <a:pt x="112690" y="193183"/>
                </a:cubicBezTo>
                <a:lnTo>
                  <a:pt x="170645" y="193183"/>
                </a:lnTo>
                <a:cubicBezTo>
                  <a:pt x="175998" y="193183"/>
                  <a:pt x="180304" y="188877"/>
                  <a:pt x="180304" y="183524"/>
                </a:cubicBezTo>
                <a:lnTo>
                  <a:pt x="180304" y="125569"/>
                </a:lnTo>
                <a:cubicBezTo>
                  <a:pt x="180304" y="121665"/>
                  <a:pt x="177970" y="118123"/>
                  <a:pt x="174348" y="116634"/>
                </a:cubicBezTo>
                <a:cubicBezTo>
                  <a:pt x="170726" y="115145"/>
                  <a:pt x="166580" y="115950"/>
                  <a:pt x="163803" y="118727"/>
                </a:cubicBezTo>
                <a:lnTo>
                  <a:pt x="147705" y="134826"/>
                </a:lnTo>
                <a:lnTo>
                  <a:pt x="115910" y="103031"/>
                </a:lnTo>
                <a:lnTo>
                  <a:pt x="147705" y="71236"/>
                </a:lnTo>
                <a:lnTo>
                  <a:pt x="163803" y="87335"/>
                </a:lnTo>
                <a:cubicBezTo>
                  <a:pt x="166580" y="90112"/>
                  <a:pt x="170726" y="90917"/>
                  <a:pt x="174348" y="89428"/>
                </a:cubicBezTo>
                <a:cubicBezTo>
                  <a:pt x="177970" y="87939"/>
                  <a:pt x="180304" y="84397"/>
                  <a:pt x="180304" y="80493"/>
                </a:cubicBezTo>
                <a:lnTo>
                  <a:pt x="180304" y="22538"/>
                </a:lnTo>
                <a:cubicBezTo>
                  <a:pt x="180304" y="17185"/>
                  <a:pt x="175998" y="12879"/>
                  <a:pt x="170645" y="12879"/>
                </a:cubicBezTo>
                <a:lnTo>
                  <a:pt x="112690" y="12879"/>
                </a:lnTo>
                <a:cubicBezTo>
                  <a:pt x="108786" y="12879"/>
                  <a:pt x="105245" y="15213"/>
                  <a:pt x="103755" y="18835"/>
                </a:cubicBezTo>
                <a:cubicBezTo>
                  <a:pt x="102266" y="22458"/>
                  <a:pt x="103111" y="26603"/>
                  <a:pt x="105848" y="29380"/>
                </a:cubicBezTo>
                <a:lnTo>
                  <a:pt x="121947" y="45479"/>
                </a:lnTo>
                <a:lnTo>
                  <a:pt x="90152" y="77273"/>
                </a:lnTo>
                <a:lnTo>
                  <a:pt x="58357" y="45479"/>
                </a:lnTo>
                <a:lnTo>
                  <a:pt x="74456" y="29380"/>
                </a:lnTo>
                <a:cubicBezTo>
                  <a:pt x="77233" y="26603"/>
                  <a:pt x="78038" y="22458"/>
                  <a:pt x="76549" y="18835"/>
                </a:cubicBezTo>
                <a:cubicBezTo>
                  <a:pt x="75060" y="15213"/>
                  <a:pt x="71518" y="12879"/>
                  <a:pt x="67614" y="12879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28" name="Text 26"/>
          <p:cNvSpPr/>
          <p:nvPr/>
        </p:nvSpPr>
        <p:spPr>
          <a:xfrm>
            <a:off x="7031972" y="3608231"/>
            <a:ext cx="4696496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Challenges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31972" y="3917324"/>
            <a:ext cx="4679324" cy="44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2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learner populations grow, traditional systems struggle to maintain quality and personalization. Institutions need intelligent, scalable solutions.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3786" y="4551394"/>
            <a:ext cx="5228823" cy="686873"/>
          </a:xfrm>
          <a:custGeom>
            <a:avLst/>
            <a:gdLst/>
            <a:ahLst/>
            <a:cxnLst/>
            <a:rect l="l" t="t" r="r" b="b"/>
            <a:pathLst>
              <a:path w="5228823" h="686873">
                <a:moveTo>
                  <a:pt x="103031" y="0"/>
                </a:moveTo>
                <a:lnTo>
                  <a:pt x="5125792" y="0"/>
                </a:lnTo>
                <a:cubicBezTo>
                  <a:pt x="5182694" y="0"/>
                  <a:pt x="5228823" y="46129"/>
                  <a:pt x="5228823" y="103031"/>
                </a:cubicBezTo>
                <a:lnTo>
                  <a:pt x="5228823" y="583842"/>
                </a:lnTo>
                <a:cubicBezTo>
                  <a:pt x="5228823" y="640745"/>
                  <a:pt x="5182694" y="686873"/>
                  <a:pt x="5125792" y="686873"/>
                </a:cubicBezTo>
                <a:lnTo>
                  <a:pt x="103031" y="686873"/>
                </a:lnTo>
                <a:cubicBezTo>
                  <a:pt x="46129" y="686873"/>
                  <a:pt x="0" y="640745"/>
                  <a:pt x="0" y="583842"/>
                </a:cubicBezTo>
                <a:lnTo>
                  <a:pt x="0" y="103031"/>
                </a:lnTo>
                <a:cubicBezTo>
                  <a:pt x="0" y="46167"/>
                  <a:pt x="46167" y="0"/>
                  <a:pt x="103031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6551161" y="4688768"/>
            <a:ext cx="5022761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AF52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 growth</a:t>
            </a:r>
            <a:r>
              <a:rPr lang="en-US" sz="1082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online learning demand since 2020, overwhelming existing infrastructure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6871" y="5660694"/>
            <a:ext cx="11503410" cy="856874"/>
          </a:xfrm>
          <a:custGeom>
            <a:avLst/>
            <a:gdLst/>
            <a:ahLst/>
            <a:cxnLst/>
            <a:rect l="l" t="t" r="r" b="b"/>
            <a:pathLst>
              <a:path w="11503410" h="856874">
                <a:moveTo>
                  <a:pt x="137374" y="0"/>
                </a:moveTo>
                <a:lnTo>
                  <a:pt x="11366035" y="0"/>
                </a:lnTo>
                <a:cubicBezTo>
                  <a:pt x="11441905" y="0"/>
                  <a:pt x="11503410" y="61504"/>
                  <a:pt x="11503410" y="137374"/>
                </a:cubicBezTo>
                <a:lnTo>
                  <a:pt x="11503410" y="719500"/>
                </a:lnTo>
                <a:cubicBezTo>
                  <a:pt x="11503410" y="795370"/>
                  <a:pt x="11441905" y="856874"/>
                  <a:pt x="11366035" y="856874"/>
                </a:cubicBezTo>
                <a:lnTo>
                  <a:pt x="137374" y="856874"/>
                </a:lnTo>
                <a:cubicBezTo>
                  <a:pt x="61555" y="856874"/>
                  <a:pt x="0" y="795319"/>
                  <a:pt x="0" y="719500"/>
                </a:cubicBezTo>
                <a:lnTo>
                  <a:pt x="0" y="137374"/>
                </a:lnTo>
                <a:cubicBezTo>
                  <a:pt x="0" y="61504"/>
                  <a:pt x="61504" y="0"/>
                  <a:pt x="13737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1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1370" y="5835847"/>
            <a:ext cx="10766738" cy="506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17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</a:t>
            </a:r>
            <a:r>
              <a:rPr lang="en-US" sz="1217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Skillforge AI leverages cutting-edge artificial intelligence and modern web architecture to deliver truly personalized, adaptive learning experiences at scale.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6873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47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Specifications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580571"/>
            <a:ext cx="1171388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Requirements &amp; </a:t>
            </a:r>
            <a:r>
              <a:rPr lang="en-US" sz="32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Security</a:t>
            </a:r>
            <a:r>
              <a:rPr lang="en-US" sz="322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928" y="1164558"/>
            <a:ext cx="5658864" cy="4822158"/>
          </a:xfrm>
          <a:custGeom>
            <a:avLst/>
            <a:gdLst/>
            <a:ahLst/>
            <a:cxnLst/>
            <a:rect l="l" t="t" r="r" b="b"/>
            <a:pathLst>
              <a:path w="5658864" h="4822158">
                <a:moveTo>
                  <a:pt x="136612" y="0"/>
                </a:moveTo>
                <a:lnTo>
                  <a:pt x="5522252" y="0"/>
                </a:lnTo>
                <a:cubicBezTo>
                  <a:pt x="5597701" y="0"/>
                  <a:pt x="5658864" y="61163"/>
                  <a:pt x="5658864" y="136612"/>
                </a:cubicBezTo>
                <a:lnTo>
                  <a:pt x="5658864" y="4685546"/>
                </a:lnTo>
                <a:cubicBezTo>
                  <a:pt x="5658864" y="4760995"/>
                  <a:pt x="5597701" y="4822158"/>
                  <a:pt x="5522252" y="4822158"/>
                </a:cubicBezTo>
                <a:lnTo>
                  <a:pt x="136612" y="4822158"/>
                </a:lnTo>
                <a:cubicBezTo>
                  <a:pt x="61163" y="4822158"/>
                  <a:pt x="0" y="4760995"/>
                  <a:pt x="0" y="4685546"/>
                </a:cubicBezTo>
                <a:lnTo>
                  <a:pt x="0" y="136612"/>
                </a:lnTo>
                <a:cubicBezTo>
                  <a:pt x="0" y="61214"/>
                  <a:pt x="61214" y="0"/>
                  <a:pt x="13661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613" dist="85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3250" y="1372881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102454" y="0"/>
                </a:moveTo>
                <a:lnTo>
                  <a:pt x="307361" y="0"/>
                </a:lnTo>
                <a:cubicBezTo>
                  <a:pt x="363907" y="0"/>
                  <a:pt x="409815" y="45908"/>
                  <a:pt x="409815" y="102454"/>
                </a:cubicBezTo>
                <a:lnTo>
                  <a:pt x="409815" y="307361"/>
                </a:lnTo>
                <a:cubicBezTo>
                  <a:pt x="409815" y="363907"/>
                  <a:pt x="363907" y="409815"/>
                  <a:pt x="307361" y="409815"/>
                </a:cubicBezTo>
                <a:lnTo>
                  <a:pt x="102454" y="409815"/>
                </a:lnTo>
                <a:cubicBezTo>
                  <a:pt x="45908" y="409815"/>
                  <a:pt x="0" y="363907"/>
                  <a:pt x="0" y="307361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672780" y="1492411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44623" y="12106"/>
                </a:moveTo>
                <a:cubicBezTo>
                  <a:pt x="48259" y="14641"/>
                  <a:pt x="49126" y="19644"/>
                  <a:pt x="46591" y="23246"/>
                </a:cubicBezTo>
                <a:lnTo>
                  <a:pt x="27915" y="49926"/>
                </a:lnTo>
                <a:cubicBezTo>
                  <a:pt x="26547" y="51861"/>
                  <a:pt x="24413" y="53095"/>
                  <a:pt x="22045" y="53295"/>
                </a:cubicBezTo>
                <a:cubicBezTo>
                  <a:pt x="19677" y="53495"/>
                  <a:pt x="17342" y="52694"/>
                  <a:pt x="15675" y="51027"/>
                </a:cubicBezTo>
                <a:lnTo>
                  <a:pt x="2335" y="37686"/>
                </a:lnTo>
                <a:cubicBezTo>
                  <a:pt x="-767" y="34551"/>
                  <a:pt x="-767" y="29482"/>
                  <a:pt x="2335" y="26347"/>
                </a:cubicBezTo>
                <a:cubicBezTo>
                  <a:pt x="5436" y="23212"/>
                  <a:pt x="10539" y="23246"/>
                  <a:pt x="13674" y="26347"/>
                </a:cubicBezTo>
                <a:lnTo>
                  <a:pt x="20277" y="32951"/>
                </a:lnTo>
                <a:lnTo>
                  <a:pt x="33484" y="14074"/>
                </a:lnTo>
                <a:cubicBezTo>
                  <a:pt x="36019" y="10439"/>
                  <a:pt x="41022" y="9572"/>
                  <a:pt x="44623" y="12106"/>
                </a:cubicBezTo>
                <a:close/>
                <a:moveTo>
                  <a:pt x="44623" y="65468"/>
                </a:moveTo>
                <a:cubicBezTo>
                  <a:pt x="48259" y="68002"/>
                  <a:pt x="49126" y="73005"/>
                  <a:pt x="46591" y="76607"/>
                </a:cubicBezTo>
                <a:lnTo>
                  <a:pt x="27915" y="103288"/>
                </a:lnTo>
                <a:cubicBezTo>
                  <a:pt x="26547" y="105222"/>
                  <a:pt x="24413" y="106456"/>
                  <a:pt x="22045" y="106656"/>
                </a:cubicBezTo>
                <a:cubicBezTo>
                  <a:pt x="19677" y="106856"/>
                  <a:pt x="17342" y="106056"/>
                  <a:pt x="15675" y="104388"/>
                </a:cubicBezTo>
                <a:lnTo>
                  <a:pt x="2335" y="91048"/>
                </a:lnTo>
                <a:cubicBezTo>
                  <a:pt x="-800" y="87913"/>
                  <a:pt x="-800" y="82843"/>
                  <a:pt x="2335" y="79742"/>
                </a:cubicBezTo>
                <a:cubicBezTo>
                  <a:pt x="5470" y="76640"/>
                  <a:pt x="10539" y="76607"/>
                  <a:pt x="13640" y="79742"/>
                </a:cubicBezTo>
                <a:lnTo>
                  <a:pt x="20244" y="86345"/>
                </a:lnTo>
                <a:lnTo>
                  <a:pt x="33451" y="67469"/>
                </a:lnTo>
                <a:cubicBezTo>
                  <a:pt x="35986" y="63834"/>
                  <a:pt x="40988" y="62966"/>
                  <a:pt x="44590" y="65501"/>
                </a:cubicBezTo>
                <a:close/>
                <a:moveTo>
                  <a:pt x="74706" y="32017"/>
                </a:moveTo>
                <a:cubicBezTo>
                  <a:pt x="74706" y="26114"/>
                  <a:pt x="79475" y="21345"/>
                  <a:pt x="85378" y="21345"/>
                </a:cubicBezTo>
                <a:lnTo>
                  <a:pt x="160084" y="21345"/>
                </a:lnTo>
                <a:cubicBezTo>
                  <a:pt x="165987" y="21345"/>
                  <a:pt x="170756" y="26114"/>
                  <a:pt x="170756" y="32017"/>
                </a:cubicBezTo>
                <a:cubicBezTo>
                  <a:pt x="170756" y="37920"/>
                  <a:pt x="165987" y="42689"/>
                  <a:pt x="160084" y="42689"/>
                </a:cubicBezTo>
                <a:lnTo>
                  <a:pt x="85378" y="42689"/>
                </a:lnTo>
                <a:cubicBezTo>
                  <a:pt x="79475" y="42689"/>
                  <a:pt x="74706" y="37920"/>
                  <a:pt x="74706" y="32017"/>
                </a:cubicBezTo>
                <a:close/>
                <a:moveTo>
                  <a:pt x="74706" y="85378"/>
                </a:moveTo>
                <a:cubicBezTo>
                  <a:pt x="74706" y="79475"/>
                  <a:pt x="79475" y="74706"/>
                  <a:pt x="85378" y="74706"/>
                </a:cubicBezTo>
                <a:lnTo>
                  <a:pt x="160084" y="74706"/>
                </a:lnTo>
                <a:cubicBezTo>
                  <a:pt x="165987" y="74706"/>
                  <a:pt x="170756" y="79475"/>
                  <a:pt x="170756" y="85378"/>
                </a:cubicBezTo>
                <a:cubicBezTo>
                  <a:pt x="170756" y="91281"/>
                  <a:pt x="165987" y="96050"/>
                  <a:pt x="160084" y="96050"/>
                </a:cubicBezTo>
                <a:lnTo>
                  <a:pt x="85378" y="96050"/>
                </a:lnTo>
                <a:cubicBezTo>
                  <a:pt x="79475" y="96050"/>
                  <a:pt x="74706" y="91281"/>
                  <a:pt x="74706" y="85378"/>
                </a:cubicBezTo>
                <a:close/>
                <a:moveTo>
                  <a:pt x="53361" y="138739"/>
                </a:moveTo>
                <a:cubicBezTo>
                  <a:pt x="53361" y="132836"/>
                  <a:pt x="58131" y="128067"/>
                  <a:pt x="64034" y="128067"/>
                </a:cubicBezTo>
                <a:lnTo>
                  <a:pt x="160084" y="128067"/>
                </a:lnTo>
                <a:cubicBezTo>
                  <a:pt x="165987" y="128067"/>
                  <a:pt x="170756" y="132836"/>
                  <a:pt x="170756" y="138739"/>
                </a:cubicBezTo>
                <a:cubicBezTo>
                  <a:pt x="170756" y="144643"/>
                  <a:pt x="165987" y="149412"/>
                  <a:pt x="160084" y="149412"/>
                </a:cubicBezTo>
                <a:lnTo>
                  <a:pt x="64034" y="149412"/>
                </a:lnTo>
                <a:cubicBezTo>
                  <a:pt x="58131" y="149412"/>
                  <a:pt x="53361" y="144643"/>
                  <a:pt x="53361" y="138739"/>
                </a:cubicBezTo>
                <a:close/>
                <a:moveTo>
                  <a:pt x="21345" y="125399"/>
                </a:moveTo>
                <a:cubicBezTo>
                  <a:pt x="28707" y="125399"/>
                  <a:pt x="34685" y="131377"/>
                  <a:pt x="34685" y="138739"/>
                </a:cubicBezTo>
                <a:cubicBezTo>
                  <a:pt x="34685" y="146102"/>
                  <a:pt x="28707" y="152080"/>
                  <a:pt x="21345" y="152080"/>
                </a:cubicBezTo>
                <a:cubicBezTo>
                  <a:pt x="13982" y="152080"/>
                  <a:pt x="8004" y="146102"/>
                  <a:pt x="8004" y="138739"/>
                </a:cubicBezTo>
                <a:cubicBezTo>
                  <a:pt x="8004" y="131377"/>
                  <a:pt x="13982" y="125399"/>
                  <a:pt x="21345" y="1253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5519" y="1441184"/>
            <a:ext cx="2347899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250" y="1953453"/>
            <a:ext cx="5242218" cy="614723"/>
          </a:xfrm>
          <a:custGeom>
            <a:avLst/>
            <a:gdLst/>
            <a:ahLst/>
            <a:cxnLst/>
            <a:rect l="l" t="t" r="r" b="b"/>
            <a:pathLst>
              <a:path w="5242218" h="614723">
                <a:moveTo>
                  <a:pt x="102456" y="0"/>
                </a:moveTo>
                <a:lnTo>
                  <a:pt x="5139763" y="0"/>
                </a:lnTo>
                <a:cubicBezTo>
                  <a:pt x="5196310" y="0"/>
                  <a:pt x="5242218" y="45909"/>
                  <a:pt x="5242218" y="102456"/>
                </a:cubicBezTo>
                <a:lnTo>
                  <a:pt x="5242218" y="512267"/>
                </a:lnTo>
                <a:cubicBezTo>
                  <a:pt x="5242218" y="568814"/>
                  <a:pt x="5196310" y="614723"/>
                  <a:pt x="5139763" y="614723"/>
                </a:cubicBezTo>
                <a:lnTo>
                  <a:pt x="102456" y="614723"/>
                </a:lnTo>
                <a:cubicBezTo>
                  <a:pt x="45909" y="614723"/>
                  <a:pt x="0" y="568814"/>
                  <a:pt x="0" y="512267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655704" y="2072982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68303" y="0"/>
                </a:moveTo>
                <a:lnTo>
                  <a:pt x="204908" y="0"/>
                </a:lnTo>
                <a:cubicBezTo>
                  <a:pt x="242630" y="0"/>
                  <a:pt x="273210" y="30580"/>
                  <a:pt x="273210" y="68303"/>
                </a:cubicBezTo>
                <a:lnTo>
                  <a:pt x="273210" y="204908"/>
                </a:lnTo>
                <a:cubicBezTo>
                  <a:pt x="273210" y="242630"/>
                  <a:pt x="242630" y="273210"/>
                  <a:pt x="204908" y="273210"/>
                </a:cubicBezTo>
                <a:lnTo>
                  <a:pt x="68303" y="273210"/>
                </a:lnTo>
                <a:cubicBezTo>
                  <a:pt x="30580" y="273210"/>
                  <a:pt x="0" y="242630"/>
                  <a:pt x="0" y="204908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4679" y="2149822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9529" y="22412"/>
                </a:moveTo>
                <a:cubicBezTo>
                  <a:pt x="119529" y="34131"/>
                  <a:pt x="105732" y="51617"/>
                  <a:pt x="99779" y="58597"/>
                </a:cubicBezTo>
                <a:cubicBezTo>
                  <a:pt x="98892" y="59625"/>
                  <a:pt x="97585" y="60022"/>
                  <a:pt x="96394" y="59765"/>
                </a:cubicBezTo>
                <a:lnTo>
                  <a:pt x="74706" y="59765"/>
                </a:lnTo>
                <a:cubicBezTo>
                  <a:pt x="70574" y="59765"/>
                  <a:pt x="67235" y="63103"/>
                  <a:pt x="67235" y="67235"/>
                </a:cubicBezTo>
                <a:cubicBezTo>
                  <a:pt x="67235" y="71367"/>
                  <a:pt x="70574" y="74706"/>
                  <a:pt x="74706" y="74706"/>
                </a:cubicBezTo>
                <a:lnTo>
                  <a:pt x="97118" y="74706"/>
                </a:lnTo>
                <a:cubicBezTo>
                  <a:pt x="109491" y="74706"/>
                  <a:pt x="119529" y="84744"/>
                  <a:pt x="119529" y="97118"/>
                </a:cubicBezTo>
                <a:cubicBezTo>
                  <a:pt x="119529" y="109491"/>
                  <a:pt x="109491" y="119529"/>
                  <a:pt x="97118" y="119529"/>
                </a:cubicBezTo>
                <a:lnTo>
                  <a:pt x="32590" y="119529"/>
                </a:lnTo>
                <a:cubicBezTo>
                  <a:pt x="34622" y="117218"/>
                  <a:pt x="37096" y="114253"/>
                  <a:pt x="39594" y="110938"/>
                </a:cubicBezTo>
                <a:cubicBezTo>
                  <a:pt x="41065" y="108977"/>
                  <a:pt x="42582" y="106829"/>
                  <a:pt x="44030" y="104588"/>
                </a:cubicBezTo>
                <a:lnTo>
                  <a:pt x="97118" y="104588"/>
                </a:lnTo>
                <a:cubicBezTo>
                  <a:pt x="101250" y="104588"/>
                  <a:pt x="104588" y="101250"/>
                  <a:pt x="104588" y="97118"/>
                </a:cubicBezTo>
                <a:cubicBezTo>
                  <a:pt x="104588" y="92985"/>
                  <a:pt x="101250" y="89647"/>
                  <a:pt x="97118" y="89647"/>
                </a:cubicBezTo>
                <a:lnTo>
                  <a:pt x="74706" y="89647"/>
                </a:lnTo>
                <a:cubicBezTo>
                  <a:pt x="62333" y="89647"/>
                  <a:pt x="52294" y="79608"/>
                  <a:pt x="52294" y="67235"/>
                </a:cubicBezTo>
                <a:cubicBezTo>
                  <a:pt x="52294" y="54862"/>
                  <a:pt x="62333" y="44824"/>
                  <a:pt x="74706" y="44824"/>
                </a:cubicBezTo>
                <a:lnTo>
                  <a:pt x="83997" y="44824"/>
                </a:lnTo>
                <a:cubicBezTo>
                  <a:pt x="79095" y="37470"/>
                  <a:pt x="74706" y="29019"/>
                  <a:pt x="74706" y="22412"/>
                </a:cubicBezTo>
                <a:cubicBezTo>
                  <a:pt x="74706" y="10039"/>
                  <a:pt x="84744" y="0"/>
                  <a:pt x="97118" y="0"/>
                </a:cubicBezTo>
                <a:cubicBezTo>
                  <a:pt x="109491" y="0"/>
                  <a:pt x="119529" y="10039"/>
                  <a:pt x="119529" y="22412"/>
                </a:cubicBezTo>
                <a:close/>
                <a:moveTo>
                  <a:pt x="27338" y="114183"/>
                </a:moveTo>
                <a:cubicBezTo>
                  <a:pt x="26451" y="115187"/>
                  <a:pt x="25657" y="116074"/>
                  <a:pt x="24980" y="116821"/>
                </a:cubicBezTo>
                <a:lnTo>
                  <a:pt x="24560" y="117288"/>
                </a:lnTo>
                <a:lnTo>
                  <a:pt x="24513" y="117242"/>
                </a:lnTo>
                <a:cubicBezTo>
                  <a:pt x="23112" y="118315"/>
                  <a:pt x="21104" y="118175"/>
                  <a:pt x="19844" y="116821"/>
                </a:cubicBezTo>
                <a:cubicBezTo>
                  <a:pt x="13961" y="110425"/>
                  <a:pt x="0" y="93966"/>
                  <a:pt x="0" y="82176"/>
                </a:cubicBezTo>
                <a:cubicBezTo>
                  <a:pt x="0" y="69803"/>
                  <a:pt x="10039" y="59765"/>
                  <a:pt x="22412" y="59765"/>
                </a:cubicBezTo>
                <a:cubicBezTo>
                  <a:pt x="34785" y="59765"/>
                  <a:pt x="44824" y="69803"/>
                  <a:pt x="44824" y="82176"/>
                </a:cubicBezTo>
                <a:cubicBezTo>
                  <a:pt x="44824" y="89180"/>
                  <a:pt x="39898" y="97818"/>
                  <a:pt x="34668" y="105032"/>
                </a:cubicBezTo>
                <a:cubicBezTo>
                  <a:pt x="32170" y="108464"/>
                  <a:pt x="29602" y="111569"/>
                  <a:pt x="27478" y="114020"/>
                </a:cubicBezTo>
                <a:lnTo>
                  <a:pt x="27338" y="114183"/>
                </a:lnTo>
                <a:close/>
                <a:moveTo>
                  <a:pt x="29882" y="82176"/>
                </a:moveTo>
                <a:cubicBezTo>
                  <a:pt x="29882" y="78053"/>
                  <a:pt x="26535" y="74706"/>
                  <a:pt x="22412" y="74706"/>
                </a:cubicBezTo>
                <a:cubicBezTo>
                  <a:pt x="18289" y="74706"/>
                  <a:pt x="14941" y="78053"/>
                  <a:pt x="14941" y="82176"/>
                </a:cubicBezTo>
                <a:cubicBezTo>
                  <a:pt x="14941" y="86300"/>
                  <a:pt x="18289" y="89647"/>
                  <a:pt x="22412" y="89647"/>
                </a:cubicBezTo>
                <a:cubicBezTo>
                  <a:pt x="26535" y="89647"/>
                  <a:pt x="29882" y="86300"/>
                  <a:pt x="29882" y="82176"/>
                </a:cubicBezTo>
                <a:close/>
                <a:moveTo>
                  <a:pt x="97118" y="29882"/>
                </a:moveTo>
                <a:cubicBezTo>
                  <a:pt x="101241" y="29882"/>
                  <a:pt x="104588" y="26535"/>
                  <a:pt x="104588" y="22412"/>
                </a:cubicBezTo>
                <a:cubicBezTo>
                  <a:pt x="104588" y="18289"/>
                  <a:pt x="101241" y="14941"/>
                  <a:pt x="97118" y="14941"/>
                </a:cubicBezTo>
                <a:cubicBezTo>
                  <a:pt x="92995" y="14941"/>
                  <a:pt x="89647" y="18289"/>
                  <a:pt x="89647" y="22412"/>
                </a:cubicBezTo>
                <a:cubicBezTo>
                  <a:pt x="89647" y="26535"/>
                  <a:pt x="92995" y="29882"/>
                  <a:pt x="97118" y="29882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1031368" y="2055906"/>
            <a:ext cx="4610420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Learning Paths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1368" y="2294965"/>
            <a:ext cx="460188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AI-driven personalized learning journeys based on individual progress and performance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250" y="2670629"/>
            <a:ext cx="5242218" cy="614723"/>
          </a:xfrm>
          <a:custGeom>
            <a:avLst/>
            <a:gdLst/>
            <a:ahLst/>
            <a:cxnLst/>
            <a:rect l="l" t="t" r="r" b="b"/>
            <a:pathLst>
              <a:path w="5242218" h="614723">
                <a:moveTo>
                  <a:pt x="102456" y="0"/>
                </a:moveTo>
                <a:lnTo>
                  <a:pt x="5139763" y="0"/>
                </a:lnTo>
                <a:cubicBezTo>
                  <a:pt x="5196310" y="0"/>
                  <a:pt x="5242218" y="45909"/>
                  <a:pt x="5242218" y="102456"/>
                </a:cubicBezTo>
                <a:lnTo>
                  <a:pt x="5242218" y="512267"/>
                </a:lnTo>
                <a:cubicBezTo>
                  <a:pt x="5242218" y="568814"/>
                  <a:pt x="5196310" y="614723"/>
                  <a:pt x="5139763" y="614723"/>
                </a:cubicBezTo>
                <a:lnTo>
                  <a:pt x="102456" y="614723"/>
                </a:lnTo>
                <a:cubicBezTo>
                  <a:pt x="45909" y="614723"/>
                  <a:pt x="0" y="568814"/>
                  <a:pt x="0" y="512267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704" y="2790158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68303" y="0"/>
                </a:moveTo>
                <a:lnTo>
                  <a:pt x="204908" y="0"/>
                </a:lnTo>
                <a:cubicBezTo>
                  <a:pt x="242630" y="0"/>
                  <a:pt x="273210" y="30580"/>
                  <a:pt x="273210" y="68303"/>
                </a:cubicBezTo>
                <a:lnTo>
                  <a:pt x="273210" y="204908"/>
                </a:lnTo>
                <a:cubicBezTo>
                  <a:pt x="273210" y="242630"/>
                  <a:pt x="242630" y="273210"/>
                  <a:pt x="204908" y="273210"/>
                </a:cubicBezTo>
                <a:lnTo>
                  <a:pt x="68303" y="273210"/>
                </a:lnTo>
                <a:cubicBezTo>
                  <a:pt x="30580" y="273210"/>
                  <a:pt x="0" y="242630"/>
                  <a:pt x="0" y="204908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4679" y="2866999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93032" y="2848"/>
                </a:moveTo>
                <a:lnTo>
                  <a:pt x="72441" y="23439"/>
                </a:lnTo>
                <a:lnTo>
                  <a:pt x="96090" y="47088"/>
                </a:lnTo>
                <a:lnTo>
                  <a:pt x="116681" y="26497"/>
                </a:lnTo>
                <a:cubicBezTo>
                  <a:pt x="118502" y="24653"/>
                  <a:pt x="119529" y="22178"/>
                  <a:pt x="119529" y="19610"/>
                </a:cubicBezTo>
                <a:cubicBezTo>
                  <a:pt x="119529" y="17042"/>
                  <a:pt x="118502" y="14568"/>
                  <a:pt x="116681" y="12723"/>
                </a:cubicBezTo>
                <a:lnTo>
                  <a:pt x="106806" y="2848"/>
                </a:lnTo>
                <a:cubicBezTo>
                  <a:pt x="104962" y="1027"/>
                  <a:pt x="102487" y="0"/>
                  <a:pt x="99919" y="0"/>
                </a:cubicBezTo>
                <a:cubicBezTo>
                  <a:pt x="97351" y="0"/>
                  <a:pt x="94876" y="1027"/>
                  <a:pt x="93032" y="2848"/>
                </a:cubicBezTo>
                <a:close/>
                <a:moveTo>
                  <a:pt x="64527" y="31353"/>
                </a:moveTo>
                <a:lnTo>
                  <a:pt x="2848" y="93032"/>
                </a:lnTo>
                <a:cubicBezTo>
                  <a:pt x="1027" y="94876"/>
                  <a:pt x="0" y="97351"/>
                  <a:pt x="0" y="99919"/>
                </a:cubicBezTo>
                <a:cubicBezTo>
                  <a:pt x="0" y="102487"/>
                  <a:pt x="1027" y="104962"/>
                  <a:pt x="2848" y="106806"/>
                </a:cubicBezTo>
                <a:lnTo>
                  <a:pt x="12723" y="116681"/>
                </a:lnTo>
                <a:cubicBezTo>
                  <a:pt x="14568" y="118502"/>
                  <a:pt x="17042" y="119529"/>
                  <a:pt x="19610" y="119529"/>
                </a:cubicBezTo>
                <a:cubicBezTo>
                  <a:pt x="22178" y="119529"/>
                  <a:pt x="24653" y="118502"/>
                  <a:pt x="26497" y="116681"/>
                </a:cubicBezTo>
                <a:lnTo>
                  <a:pt x="88176" y="55002"/>
                </a:lnTo>
                <a:lnTo>
                  <a:pt x="64527" y="31353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1031368" y="2773083"/>
            <a:ext cx="400423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Exam Generation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1368" y="3012142"/>
            <a:ext cx="3995697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creation of diverse question types with adaptive difficulty levels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3250" y="3387805"/>
            <a:ext cx="5242218" cy="614723"/>
          </a:xfrm>
          <a:custGeom>
            <a:avLst/>
            <a:gdLst/>
            <a:ahLst/>
            <a:cxnLst/>
            <a:rect l="l" t="t" r="r" b="b"/>
            <a:pathLst>
              <a:path w="5242218" h="614723">
                <a:moveTo>
                  <a:pt x="102456" y="0"/>
                </a:moveTo>
                <a:lnTo>
                  <a:pt x="5139763" y="0"/>
                </a:lnTo>
                <a:cubicBezTo>
                  <a:pt x="5196310" y="0"/>
                  <a:pt x="5242218" y="45909"/>
                  <a:pt x="5242218" y="102456"/>
                </a:cubicBezTo>
                <a:lnTo>
                  <a:pt x="5242218" y="512267"/>
                </a:lnTo>
                <a:cubicBezTo>
                  <a:pt x="5242218" y="568814"/>
                  <a:pt x="5196310" y="614723"/>
                  <a:pt x="5139763" y="614723"/>
                </a:cubicBezTo>
                <a:lnTo>
                  <a:pt x="102456" y="614723"/>
                </a:lnTo>
                <a:cubicBezTo>
                  <a:pt x="45909" y="614723"/>
                  <a:pt x="0" y="568814"/>
                  <a:pt x="0" y="512267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704" y="3507335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68303" y="0"/>
                </a:moveTo>
                <a:lnTo>
                  <a:pt x="204908" y="0"/>
                </a:lnTo>
                <a:cubicBezTo>
                  <a:pt x="242630" y="0"/>
                  <a:pt x="273210" y="30580"/>
                  <a:pt x="273210" y="68303"/>
                </a:cubicBezTo>
                <a:lnTo>
                  <a:pt x="273210" y="204908"/>
                </a:lnTo>
                <a:cubicBezTo>
                  <a:pt x="273210" y="242630"/>
                  <a:pt x="242630" y="273210"/>
                  <a:pt x="204908" y="273210"/>
                </a:cubicBezTo>
                <a:lnTo>
                  <a:pt x="68303" y="273210"/>
                </a:lnTo>
                <a:cubicBezTo>
                  <a:pt x="30580" y="273210"/>
                  <a:pt x="0" y="242630"/>
                  <a:pt x="0" y="204908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34679" y="3584175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7471" y="7471"/>
                </a:moveTo>
                <a:cubicBezTo>
                  <a:pt x="11603" y="7471"/>
                  <a:pt x="14941" y="10809"/>
                  <a:pt x="14941" y="14941"/>
                </a:cubicBezTo>
                <a:lnTo>
                  <a:pt x="14941" y="93382"/>
                </a:lnTo>
                <a:cubicBezTo>
                  <a:pt x="14941" y="95437"/>
                  <a:pt x="16622" y="97118"/>
                  <a:pt x="18676" y="97118"/>
                </a:cubicBezTo>
                <a:lnTo>
                  <a:pt x="112059" y="97118"/>
                </a:lnTo>
                <a:cubicBezTo>
                  <a:pt x="116191" y="97118"/>
                  <a:pt x="119529" y="100456"/>
                  <a:pt x="119529" y="104588"/>
                </a:cubicBezTo>
                <a:cubicBezTo>
                  <a:pt x="119529" y="108720"/>
                  <a:pt x="116191" y="112059"/>
                  <a:pt x="112059" y="112059"/>
                </a:cubicBezTo>
                <a:lnTo>
                  <a:pt x="18676" y="112059"/>
                </a:lnTo>
                <a:cubicBezTo>
                  <a:pt x="8358" y="112059"/>
                  <a:pt x="0" y="103701"/>
                  <a:pt x="0" y="93382"/>
                </a:cubicBezTo>
                <a:lnTo>
                  <a:pt x="0" y="14941"/>
                </a:lnTo>
                <a:cubicBezTo>
                  <a:pt x="0" y="10809"/>
                  <a:pt x="3338" y="7471"/>
                  <a:pt x="7471" y="7471"/>
                </a:cubicBezTo>
                <a:close/>
                <a:moveTo>
                  <a:pt x="29882" y="22412"/>
                </a:moveTo>
                <a:cubicBezTo>
                  <a:pt x="29882" y="18280"/>
                  <a:pt x="33221" y="14941"/>
                  <a:pt x="37353" y="14941"/>
                </a:cubicBezTo>
                <a:lnTo>
                  <a:pt x="82176" y="14941"/>
                </a:lnTo>
                <a:cubicBezTo>
                  <a:pt x="86309" y="14941"/>
                  <a:pt x="89647" y="18280"/>
                  <a:pt x="89647" y="22412"/>
                </a:cubicBezTo>
                <a:cubicBezTo>
                  <a:pt x="89647" y="26544"/>
                  <a:pt x="86309" y="29882"/>
                  <a:pt x="82176" y="29882"/>
                </a:cubicBezTo>
                <a:lnTo>
                  <a:pt x="37353" y="29882"/>
                </a:lnTo>
                <a:cubicBezTo>
                  <a:pt x="33221" y="29882"/>
                  <a:pt x="29882" y="26544"/>
                  <a:pt x="29882" y="22412"/>
                </a:cubicBezTo>
                <a:close/>
                <a:moveTo>
                  <a:pt x="37353" y="41088"/>
                </a:moveTo>
                <a:lnTo>
                  <a:pt x="67235" y="41088"/>
                </a:lnTo>
                <a:cubicBezTo>
                  <a:pt x="71367" y="41088"/>
                  <a:pt x="74706" y="44427"/>
                  <a:pt x="74706" y="48559"/>
                </a:cubicBezTo>
                <a:cubicBezTo>
                  <a:pt x="74706" y="52691"/>
                  <a:pt x="71367" y="56029"/>
                  <a:pt x="67235" y="56029"/>
                </a:cubicBezTo>
                <a:lnTo>
                  <a:pt x="37353" y="56029"/>
                </a:lnTo>
                <a:cubicBezTo>
                  <a:pt x="33221" y="56029"/>
                  <a:pt x="29882" y="52691"/>
                  <a:pt x="29882" y="48559"/>
                </a:cubicBezTo>
                <a:cubicBezTo>
                  <a:pt x="29882" y="44427"/>
                  <a:pt x="33221" y="41088"/>
                  <a:pt x="37353" y="41088"/>
                </a:cubicBezTo>
                <a:close/>
                <a:moveTo>
                  <a:pt x="37353" y="67235"/>
                </a:moveTo>
                <a:lnTo>
                  <a:pt x="97118" y="67235"/>
                </a:lnTo>
                <a:cubicBezTo>
                  <a:pt x="101250" y="67235"/>
                  <a:pt x="104588" y="70574"/>
                  <a:pt x="104588" y="74706"/>
                </a:cubicBezTo>
                <a:cubicBezTo>
                  <a:pt x="104588" y="78838"/>
                  <a:pt x="101250" y="82176"/>
                  <a:pt x="97118" y="82176"/>
                </a:cubicBezTo>
                <a:lnTo>
                  <a:pt x="37353" y="82176"/>
                </a:lnTo>
                <a:cubicBezTo>
                  <a:pt x="33221" y="82176"/>
                  <a:pt x="29882" y="78838"/>
                  <a:pt x="29882" y="74706"/>
                </a:cubicBezTo>
                <a:cubicBezTo>
                  <a:pt x="29882" y="70574"/>
                  <a:pt x="33221" y="67235"/>
                  <a:pt x="37353" y="67235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31368" y="3490259"/>
            <a:ext cx="432867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1368" y="3729318"/>
            <a:ext cx="4320134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dashboards tracking progress, engagement, and knowledge gaps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250" y="4104982"/>
            <a:ext cx="5242218" cy="614723"/>
          </a:xfrm>
          <a:custGeom>
            <a:avLst/>
            <a:gdLst/>
            <a:ahLst/>
            <a:cxnLst/>
            <a:rect l="l" t="t" r="r" b="b"/>
            <a:pathLst>
              <a:path w="5242218" h="614723">
                <a:moveTo>
                  <a:pt x="102456" y="0"/>
                </a:moveTo>
                <a:lnTo>
                  <a:pt x="5139763" y="0"/>
                </a:lnTo>
                <a:cubicBezTo>
                  <a:pt x="5196310" y="0"/>
                  <a:pt x="5242218" y="45909"/>
                  <a:pt x="5242218" y="102456"/>
                </a:cubicBezTo>
                <a:lnTo>
                  <a:pt x="5242218" y="512267"/>
                </a:lnTo>
                <a:cubicBezTo>
                  <a:pt x="5242218" y="568814"/>
                  <a:pt x="5196310" y="614723"/>
                  <a:pt x="5139763" y="614723"/>
                </a:cubicBezTo>
                <a:lnTo>
                  <a:pt x="102456" y="614723"/>
                </a:lnTo>
                <a:cubicBezTo>
                  <a:pt x="45909" y="614723"/>
                  <a:pt x="0" y="568814"/>
                  <a:pt x="0" y="512267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704" y="4224511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68303" y="0"/>
                </a:moveTo>
                <a:lnTo>
                  <a:pt x="204908" y="0"/>
                </a:lnTo>
                <a:cubicBezTo>
                  <a:pt x="242630" y="0"/>
                  <a:pt x="273210" y="30580"/>
                  <a:pt x="273210" y="68303"/>
                </a:cubicBezTo>
                <a:lnTo>
                  <a:pt x="273210" y="204908"/>
                </a:lnTo>
                <a:cubicBezTo>
                  <a:pt x="273210" y="242630"/>
                  <a:pt x="242630" y="273210"/>
                  <a:pt x="204908" y="273210"/>
                </a:cubicBezTo>
                <a:lnTo>
                  <a:pt x="68303" y="273210"/>
                </a:lnTo>
                <a:cubicBezTo>
                  <a:pt x="30580" y="273210"/>
                  <a:pt x="0" y="242630"/>
                  <a:pt x="0" y="204908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AF52DE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620" y="4301352"/>
            <a:ext cx="89647" cy="119529"/>
          </a:xfrm>
          <a:custGeom>
            <a:avLst/>
            <a:gdLst/>
            <a:ahLst/>
            <a:cxnLst/>
            <a:rect l="l" t="t" r="r" b="b"/>
            <a:pathLst>
              <a:path w="89647" h="119529">
                <a:moveTo>
                  <a:pt x="0" y="14941"/>
                </a:moveTo>
                <a:cubicBezTo>
                  <a:pt x="0" y="6700"/>
                  <a:pt x="6700" y="0"/>
                  <a:pt x="14941" y="0"/>
                </a:cubicBezTo>
                <a:lnTo>
                  <a:pt x="49843" y="0"/>
                </a:lnTo>
                <a:cubicBezTo>
                  <a:pt x="53812" y="0"/>
                  <a:pt x="57617" y="1564"/>
                  <a:pt x="60418" y="4366"/>
                </a:cubicBezTo>
                <a:lnTo>
                  <a:pt x="85281" y="29252"/>
                </a:lnTo>
                <a:cubicBezTo>
                  <a:pt x="88083" y="32053"/>
                  <a:pt x="89647" y="35859"/>
                  <a:pt x="89647" y="39828"/>
                </a:cubicBezTo>
                <a:lnTo>
                  <a:pt x="89647" y="104588"/>
                </a:lnTo>
                <a:cubicBezTo>
                  <a:pt x="89647" y="112829"/>
                  <a:pt x="82947" y="119529"/>
                  <a:pt x="74706" y="119529"/>
                </a:cubicBezTo>
                <a:lnTo>
                  <a:pt x="14941" y="119529"/>
                </a:lnTo>
                <a:cubicBezTo>
                  <a:pt x="6700" y="119529"/>
                  <a:pt x="0" y="112829"/>
                  <a:pt x="0" y="104588"/>
                </a:cubicBezTo>
                <a:lnTo>
                  <a:pt x="0" y="14941"/>
                </a:lnTo>
                <a:close/>
                <a:moveTo>
                  <a:pt x="48559" y="13657"/>
                </a:moveTo>
                <a:lnTo>
                  <a:pt x="48559" y="35485"/>
                </a:lnTo>
                <a:cubicBezTo>
                  <a:pt x="48559" y="38590"/>
                  <a:pt x="51057" y="41088"/>
                  <a:pt x="54162" y="41088"/>
                </a:cubicBezTo>
                <a:lnTo>
                  <a:pt x="75990" y="41088"/>
                </a:lnTo>
                <a:lnTo>
                  <a:pt x="48559" y="13657"/>
                </a:lnTo>
                <a:close/>
                <a:moveTo>
                  <a:pt x="28015" y="59765"/>
                </a:moveTo>
                <a:cubicBezTo>
                  <a:pt x="24910" y="59765"/>
                  <a:pt x="22412" y="62263"/>
                  <a:pt x="22412" y="65368"/>
                </a:cubicBezTo>
                <a:cubicBezTo>
                  <a:pt x="22412" y="68473"/>
                  <a:pt x="24910" y="70971"/>
                  <a:pt x="28015" y="70971"/>
                </a:cubicBezTo>
                <a:lnTo>
                  <a:pt x="61632" y="70971"/>
                </a:lnTo>
                <a:cubicBezTo>
                  <a:pt x="64737" y="70971"/>
                  <a:pt x="67235" y="68473"/>
                  <a:pt x="67235" y="65368"/>
                </a:cubicBezTo>
                <a:cubicBezTo>
                  <a:pt x="67235" y="62263"/>
                  <a:pt x="64737" y="59765"/>
                  <a:pt x="61632" y="59765"/>
                </a:cubicBezTo>
                <a:lnTo>
                  <a:pt x="28015" y="59765"/>
                </a:lnTo>
                <a:close/>
                <a:moveTo>
                  <a:pt x="28015" y="82176"/>
                </a:moveTo>
                <a:cubicBezTo>
                  <a:pt x="24910" y="82176"/>
                  <a:pt x="22412" y="84674"/>
                  <a:pt x="22412" y="87779"/>
                </a:cubicBezTo>
                <a:cubicBezTo>
                  <a:pt x="22412" y="90884"/>
                  <a:pt x="24910" y="93382"/>
                  <a:pt x="28015" y="93382"/>
                </a:cubicBezTo>
                <a:lnTo>
                  <a:pt x="61632" y="93382"/>
                </a:lnTo>
                <a:cubicBezTo>
                  <a:pt x="64737" y="93382"/>
                  <a:pt x="67235" y="90884"/>
                  <a:pt x="67235" y="87779"/>
                </a:cubicBezTo>
                <a:cubicBezTo>
                  <a:pt x="67235" y="84674"/>
                  <a:pt x="64737" y="82176"/>
                  <a:pt x="61632" y="82176"/>
                </a:cubicBezTo>
                <a:lnTo>
                  <a:pt x="28015" y="82176"/>
                </a:ln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26" name="Text 24"/>
          <p:cNvSpPr/>
          <p:nvPr/>
        </p:nvSpPr>
        <p:spPr>
          <a:xfrm>
            <a:off x="1031368" y="4207436"/>
            <a:ext cx="411522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Multi-Format Support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1368" y="4446495"/>
            <a:ext cx="410668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MCQ, true/false, short answer, essay questions with auto-grading capabilities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3250" y="4822158"/>
            <a:ext cx="5242218" cy="614723"/>
          </a:xfrm>
          <a:custGeom>
            <a:avLst/>
            <a:gdLst/>
            <a:ahLst/>
            <a:cxnLst/>
            <a:rect l="l" t="t" r="r" b="b"/>
            <a:pathLst>
              <a:path w="5242218" h="614723">
                <a:moveTo>
                  <a:pt x="102456" y="0"/>
                </a:moveTo>
                <a:lnTo>
                  <a:pt x="5139763" y="0"/>
                </a:lnTo>
                <a:cubicBezTo>
                  <a:pt x="5196310" y="0"/>
                  <a:pt x="5242218" y="45909"/>
                  <a:pt x="5242218" y="102456"/>
                </a:cubicBezTo>
                <a:lnTo>
                  <a:pt x="5242218" y="512267"/>
                </a:lnTo>
                <a:cubicBezTo>
                  <a:pt x="5242218" y="568814"/>
                  <a:pt x="5196310" y="614723"/>
                  <a:pt x="5139763" y="614723"/>
                </a:cubicBezTo>
                <a:lnTo>
                  <a:pt x="102456" y="614723"/>
                </a:lnTo>
                <a:cubicBezTo>
                  <a:pt x="45909" y="614723"/>
                  <a:pt x="0" y="568814"/>
                  <a:pt x="0" y="512267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55704" y="4941688"/>
            <a:ext cx="273210" cy="273210"/>
          </a:xfrm>
          <a:custGeom>
            <a:avLst/>
            <a:gdLst/>
            <a:ahLst/>
            <a:cxnLst/>
            <a:rect l="l" t="t" r="r" b="b"/>
            <a:pathLst>
              <a:path w="273210" h="273210">
                <a:moveTo>
                  <a:pt x="68303" y="0"/>
                </a:moveTo>
                <a:lnTo>
                  <a:pt x="204908" y="0"/>
                </a:lnTo>
                <a:cubicBezTo>
                  <a:pt x="242630" y="0"/>
                  <a:pt x="273210" y="30580"/>
                  <a:pt x="273210" y="68303"/>
                </a:cubicBezTo>
                <a:lnTo>
                  <a:pt x="273210" y="204908"/>
                </a:lnTo>
                <a:cubicBezTo>
                  <a:pt x="273210" y="242630"/>
                  <a:pt x="242630" y="273210"/>
                  <a:pt x="204908" y="273210"/>
                </a:cubicBezTo>
                <a:lnTo>
                  <a:pt x="68303" y="273210"/>
                </a:lnTo>
                <a:cubicBezTo>
                  <a:pt x="30580" y="273210"/>
                  <a:pt x="0" y="242630"/>
                  <a:pt x="0" y="204908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34679" y="5018528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33688" y="0"/>
                </a:moveTo>
                <a:lnTo>
                  <a:pt x="85982" y="0"/>
                </a:lnTo>
                <a:cubicBezTo>
                  <a:pt x="92168" y="0"/>
                  <a:pt x="97211" y="5089"/>
                  <a:pt x="96978" y="11253"/>
                </a:cubicBezTo>
                <a:cubicBezTo>
                  <a:pt x="96931" y="12490"/>
                  <a:pt x="96884" y="13727"/>
                  <a:pt x="96814" y="14941"/>
                </a:cubicBezTo>
                <a:lnTo>
                  <a:pt x="108394" y="14941"/>
                </a:lnTo>
                <a:cubicBezTo>
                  <a:pt x="114487" y="14941"/>
                  <a:pt x="119856" y="19984"/>
                  <a:pt x="119389" y="26567"/>
                </a:cubicBezTo>
                <a:cubicBezTo>
                  <a:pt x="117638" y="50777"/>
                  <a:pt x="105265" y="64084"/>
                  <a:pt x="91842" y="71041"/>
                </a:cubicBezTo>
                <a:cubicBezTo>
                  <a:pt x="88153" y="72955"/>
                  <a:pt x="84394" y="74379"/>
                  <a:pt x="80822" y="75430"/>
                </a:cubicBezTo>
                <a:cubicBezTo>
                  <a:pt x="76107" y="82106"/>
                  <a:pt x="71204" y="85632"/>
                  <a:pt x="67305" y="87523"/>
                </a:cubicBezTo>
                <a:lnTo>
                  <a:pt x="67305" y="104588"/>
                </a:lnTo>
                <a:lnTo>
                  <a:pt x="82247" y="104588"/>
                </a:lnTo>
                <a:cubicBezTo>
                  <a:pt x="86379" y="104588"/>
                  <a:pt x="89717" y="107927"/>
                  <a:pt x="89717" y="112059"/>
                </a:cubicBezTo>
                <a:cubicBezTo>
                  <a:pt x="89717" y="116191"/>
                  <a:pt x="86379" y="119529"/>
                  <a:pt x="82247" y="119529"/>
                </a:cubicBezTo>
                <a:lnTo>
                  <a:pt x="37423" y="119529"/>
                </a:lnTo>
                <a:cubicBezTo>
                  <a:pt x="33291" y="119529"/>
                  <a:pt x="29952" y="116191"/>
                  <a:pt x="29952" y="112059"/>
                </a:cubicBezTo>
                <a:cubicBezTo>
                  <a:pt x="29952" y="107927"/>
                  <a:pt x="33291" y="104588"/>
                  <a:pt x="37423" y="104588"/>
                </a:cubicBezTo>
                <a:lnTo>
                  <a:pt x="52364" y="104588"/>
                </a:lnTo>
                <a:lnTo>
                  <a:pt x="52364" y="87523"/>
                </a:lnTo>
                <a:cubicBezTo>
                  <a:pt x="48629" y="85725"/>
                  <a:pt x="43983" y="82387"/>
                  <a:pt x="39454" y="76247"/>
                </a:cubicBezTo>
                <a:cubicBezTo>
                  <a:pt x="35158" y="75126"/>
                  <a:pt x="30489" y="73422"/>
                  <a:pt x="25937" y="70854"/>
                </a:cubicBezTo>
                <a:cubicBezTo>
                  <a:pt x="13307" y="63780"/>
                  <a:pt x="1914" y="50450"/>
                  <a:pt x="280" y="26521"/>
                </a:cubicBezTo>
                <a:cubicBezTo>
                  <a:pt x="-163" y="19960"/>
                  <a:pt x="5183" y="14918"/>
                  <a:pt x="11276" y="14918"/>
                </a:cubicBezTo>
                <a:lnTo>
                  <a:pt x="22855" y="14918"/>
                </a:lnTo>
                <a:cubicBezTo>
                  <a:pt x="22785" y="13704"/>
                  <a:pt x="22739" y="12490"/>
                  <a:pt x="22692" y="11229"/>
                </a:cubicBezTo>
                <a:cubicBezTo>
                  <a:pt x="22458" y="5043"/>
                  <a:pt x="27501" y="-23"/>
                  <a:pt x="33688" y="-23"/>
                </a:cubicBezTo>
                <a:close/>
                <a:moveTo>
                  <a:pt x="23696" y="26147"/>
                </a:moveTo>
                <a:lnTo>
                  <a:pt x="11463" y="26147"/>
                </a:lnTo>
                <a:cubicBezTo>
                  <a:pt x="12910" y="45921"/>
                  <a:pt x="21992" y="55819"/>
                  <a:pt x="31353" y="61072"/>
                </a:cubicBezTo>
                <a:cubicBezTo>
                  <a:pt x="27991" y="52364"/>
                  <a:pt x="25213" y="40995"/>
                  <a:pt x="23696" y="26147"/>
                </a:cubicBezTo>
                <a:close/>
                <a:moveTo>
                  <a:pt x="88713" y="59951"/>
                </a:moveTo>
                <a:cubicBezTo>
                  <a:pt x="98168" y="54395"/>
                  <a:pt x="106713" y="44520"/>
                  <a:pt x="108160" y="26147"/>
                </a:cubicBezTo>
                <a:lnTo>
                  <a:pt x="95950" y="26147"/>
                </a:lnTo>
                <a:cubicBezTo>
                  <a:pt x="94503" y="40365"/>
                  <a:pt x="91888" y="51407"/>
                  <a:pt x="88713" y="59951"/>
                </a:cubicBez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31" name="Text 29"/>
          <p:cNvSpPr/>
          <p:nvPr/>
        </p:nvSpPr>
        <p:spPr>
          <a:xfrm>
            <a:off x="1031368" y="4924612"/>
            <a:ext cx="420060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Gamification Features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1368" y="5163671"/>
            <a:ext cx="4192067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Badges, leaderboards, streaks, and achievement systems to boost engagement</a:t>
            </a:r>
            <a:endParaRPr lang="en-US" sz="1600" dirty="0"/>
          </a:p>
        </p:txBody>
      </p:sp>
      <p:sp>
        <p:nvSpPr>
          <p:cNvPr id="62" name="Shape 2"/>
          <p:cNvSpPr/>
          <p:nvPr/>
        </p:nvSpPr>
        <p:spPr>
          <a:xfrm>
            <a:off x="6187004" y="1312851"/>
            <a:ext cx="5660387" cy="4509064"/>
          </a:xfrm>
          <a:custGeom>
            <a:avLst/>
            <a:gdLst/>
            <a:ahLst/>
            <a:cxnLst/>
            <a:rect l="l" t="t" r="r" b="b"/>
            <a:pathLst>
              <a:path w="5660387" h="4509064">
                <a:moveTo>
                  <a:pt x="137481" y="0"/>
                </a:moveTo>
                <a:lnTo>
                  <a:pt x="5522906" y="0"/>
                </a:lnTo>
                <a:cubicBezTo>
                  <a:pt x="5598835" y="0"/>
                  <a:pt x="5660387" y="61553"/>
                  <a:pt x="5660387" y="137481"/>
                </a:cubicBezTo>
                <a:lnTo>
                  <a:pt x="5660387" y="4371582"/>
                </a:lnTo>
                <a:cubicBezTo>
                  <a:pt x="5660387" y="4447511"/>
                  <a:pt x="5598835" y="4509064"/>
                  <a:pt x="5522906" y="4509064"/>
                </a:cubicBezTo>
                <a:lnTo>
                  <a:pt x="137481" y="4509064"/>
                </a:lnTo>
                <a:cubicBezTo>
                  <a:pt x="61553" y="4509064"/>
                  <a:pt x="0" y="4447511"/>
                  <a:pt x="0" y="4371582"/>
                </a:cubicBezTo>
                <a:lnTo>
                  <a:pt x="0" y="137481"/>
                </a:lnTo>
                <a:cubicBezTo>
                  <a:pt x="0" y="61603"/>
                  <a:pt x="61603" y="0"/>
                  <a:pt x="13748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776" dist="859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Shape 3"/>
          <p:cNvSpPr/>
          <p:nvPr/>
        </p:nvSpPr>
        <p:spPr>
          <a:xfrm>
            <a:off x="6362281" y="1488126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103104" y="0"/>
                </a:moveTo>
                <a:lnTo>
                  <a:pt x="309311" y="0"/>
                </a:lnTo>
                <a:cubicBezTo>
                  <a:pt x="366215" y="0"/>
                  <a:pt x="412414" y="46199"/>
                  <a:pt x="412414" y="103104"/>
                </a:cubicBezTo>
                <a:lnTo>
                  <a:pt x="412414" y="309311"/>
                </a:lnTo>
                <a:cubicBezTo>
                  <a:pt x="412414" y="366215"/>
                  <a:pt x="366215" y="412414"/>
                  <a:pt x="309311" y="412414"/>
                </a:cubicBezTo>
                <a:lnTo>
                  <a:pt x="103104" y="412414"/>
                </a:lnTo>
                <a:cubicBezTo>
                  <a:pt x="46199" y="412414"/>
                  <a:pt x="0" y="366215"/>
                  <a:pt x="0" y="309311"/>
                </a:cubicBezTo>
                <a:lnTo>
                  <a:pt x="0" y="103104"/>
                </a:lnTo>
                <a:cubicBezTo>
                  <a:pt x="0" y="46199"/>
                  <a:pt x="46199" y="0"/>
                  <a:pt x="103104" y="0"/>
                </a:cubicBezTo>
                <a:close/>
              </a:path>
            </a:pathLst>
          </a:custGeom>
          <a:solidFill>
            <a:srgbClr val="FF3B30"/>
          </a:solidFill>
          <a:ln/>
        </p:spPr>
      </p:sp>
      <p:sp>
        <p:nvSpPr>
          <p:cNvPr id="64" name="Shape 4"/>
          <p:cNvSpPr/>
          <p:nvPr/>
        </p:nvSpPr>
        <p:spPr>
          <a:xfrm>
            <a:off x="6482568" y="1608413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85920" y="0"/>
                </a:moveTo>
                <a:cubicBezTo>
                  <a:pt x="87464" y="0"/>
                  <a:pt x="89007" y="336"/>
                  <a:pt x="90417" y="973"/>
                </a:cubicBezTo>
                <a:lnTo>
                  <a:pt x="153649" y="27790"/>
                </a:lnTo>
                <a:cubicBezTo>
                  <a:pt x="161032" y="30911"/>
                  <a:pt x="166536" y="38194"/>
                  <a:pt x="166503" y="46987"/>
                </a:cubicBezTo>
                <a:cubicBezTo>
                  <a:pt x="166335" y="80281"/>
                  <a:pt x="152642" y="141197"/>
                  <a:pt x="94814" y="168886"/>
                </a:cubicBezTo>
                <a:cubicBezTo>
                  <a:pt x="89209" y="171571"/>
                  <a:pt x="82698" y="171571"/>
                  <a:pt x="77093" y="168886"/>
                </a:cubicBezTo>
                <a:cubicBezTo>
                  <a:pt x="19231" y="141197"/>
                  <a:pt x="5571" y="80281"/>
                  <a:pt x="5404" y="46987"/>
                </a:cubicBezTo>
                <a:cubicBezTo>
                  <a:pt x="5370" y="38194"/>
                  <a:pt x="10874" y="30911"/>
                  <a:pt x="18258" y="27790"/>
                </a:cubicBezTo>
                <a:lnTo>
                  <a:pt x="81456" y="973"/>
                </a:lnTo>
                <a:cubicBezTo>
                  <a:pt x="82865" y="336"/>
                  <a:pt x="84376" y="0"/>
                  <a:pt x="85920" y="0"/>
                </a:cubicBezTo>
                <a:close/>
                <a:moveTo>
                  <a:pt x="85920" y="22420"/>
                </a:moveTo>
                <a:lnTo>
                  <a:pt x="85920" y="149319"/>
                </a:lnTo>
                <a:cubicBezTo>
                  <a:pt x="132236" y="126899"/>
                  <a:pt x="144687" y="77227"/>
                  <a:pt x="144989" y="47491"/>
                </a:cubicBezTo>
                <a:lnTo>
                  <a:pt x="85920" y="22453"/>
                </a:lnTo>
                <a:lnTo>
                  <a:pt x="85920" y="224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1" name="Text 5"/>
          <p:cNvSpPr/>
          <p:nvPr/>
        </p:nvSpPr>
        <p:spPr>
          <a:xfrm>
            <a:off x="6877799" y="1574045"/>
            <a:ext cx="169261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Architecture</a:t>
            </a:r>
            <a:endParaRPr lang="en-US" sz="1600" dirty="0"/>
          </a:p>
        </p:txBody>
      </p:sp>
      <p:sp>
        <p:nvSpPr>
          <p:cNvPr id="72" name="Shape 6"/>
          <p:cNvSpPr/>
          <p:nvPr/>
        </p:nvSpPr>
        <p:spPr>
          <a:xfrm>
            <a:off x="6379464" y="2038012"/>
            <a:ext cx="5292651" cy="910748"/>
          </a:xfrm>
          <a:custGeom>
            <a:avLst/>
            <a:gdLst/>
            <a:ahLst/>
            <a:cxnLst/>
            <a:rect l="l" t="t" r="r" b="b"/>
            <a:pathLst>
              <a:path w="5292651" h="910748">
                <a:moveTo>
                  <a:pt x="34368" y="0"/>
                </a:moveTo>
                <a:lnTo>
                  <a:pt x="5189545" y="0"/>
                </a:lnTo>
                <a:cubicBezTo>
                  <a:pt x="5246489" y="0"/>
                  <a:pt x="5292651" y="46162"/>
                  <a:pt x="5292651" y="103106"/>
                </a:cubicBezTo>
                <a:lnTo>
                  <a:pt x="5292651" y="807643"/>
                </a:lnTo>
                <a:cubicBezTo>
                  <a:pt x="5292651" y="864586"/>
                  <a:pt x="5246489" y="910748"/>
                  <a:pt x="5189545" y="910748"/>
                </a:cubicBez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3" name="Shape 7"/>
          <p:cNvSpPr/>
          <p:nvPr/>
        </p:nvSpPr>
        <p:spPr>
          <a:xfrm>
            <a:off x="6379464" y="2038012"/>
            <a:ext cx="34368" cy="910748"/>
          </a:xfrm>
          <a:custGeom>
            <a:avLst/>
            <a:gdLst/>
            <a:ahLst/>
            <a:cxnLst/>
            <a:rect l="l" t="t" r="r" b="b"/>
            <a:pathLst>
              <a:path w="34368" h="910748">
                <a:moveTo>
                  <a:pt x="34368" y="0"/>
                </a:moveTo>
                <a:lnTo>
                  <a:pt x="34368" y="0"/>
                </a:lnTo>
                <a:lnTo>
                  <a:pt x="34368" y="910748"/>
                </a:ln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4" name="Shape 8"/>
          <p:cNvSpPr/>
          <p:nvPr/>
        </p:nvSpPr>
        <p:spPr>
          <a:xfrm>
            <a:off x="6516936" y="217548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90216" y="94512"/>
                </a:moveTo>
                <a:cubicBezTo>
                  <a:pt x="116314" y="94512"/>
                  <a:pt x="137471" y="73354"/>
                  <a:pt x="137471" y="47256"/>
                </a:cubicBezTo>
                <a:cubicBezTo>
                  <a:pt x="137471" y="21158"/>
                  <a:pt x="116314" y="0"/>
                  <a:pt x="90216" y="0"/>
                </a:cubicBezTo>
                <a:cubicBezTo>
                  <a:pt x="64118" y="0"/>
                  <a:pt x="42960" y="21158"/>
                  <a:pt x="42960" y="47256"/>
                </a:cubicBezTo>
                <a:cubicBezTo>
                  <a:pt x="42960" y="52277"/>
                  <a:pt x="43738" y="57137"/>
                  <a:pt x="45188" y="61674"/>
                </a:cubicBezTo>
                <a:lnTo>
                  <a:pt x="1879" y="104983"/>
                </a:lnTo>
                <a:cubicBezTo>
                  <a:pt x="671" y="106191"/>
                  <a:pt x="0" y="107829"/>
                  <a:pt x="0" y="109548"/>
                </a:cubicBezTo>
                <a:lnTo>
                  <a:pt x="0" y="131027"/>
                </a:lnTo>
                <a:cubicBezTo>
                  <a:pt x="0" y="134599"/>
                  <a:pt x="2873" y="137471"/>
                  <a:pt x="6444" y="137471"/>
                </a:cubicBezTo>
                <a:lnTo>
                  <a:pt x="27924" y="137471"/>
                </a:lnTo>
                <a:cubicBezTo>
                  <a:pt x="31495" y="137471"/>
                  <a:pt x="34368" y="134599"/>
                  <a:pt x="34368" y="131027"/>
                </a:cubicBezTo>
                <a:lnTo>
                  <a:pt x="34368" y="120288"/>
                </a:lnTo>
                <a:lnTo>
                  <a:pt x="45108" y="120288"/>
                </a:lnTo>
                <a:cubicBezTo>
                  <a:pt x="48679" y="120288"/>
                  <a:pt x="51552" y="117415"/>
                  <a:pt x="51552" y="113844"/>
                </a:cubicBezTo>
                <a:lnTo>
                  <a:pt x="51552" y="103104"/>
                </a:lnTo>
                <a:lnTo>
                  <a:pt x="62292" y="103104"/>
                </a:lnTo>
                <a:cubicBezTo>
                  <a:pt x="64010" y="103104"/>
                  <a:pt x="65648" y="102432"/>
                  <a:pt x="66856" y="101224"/>
                </a:cubicBezTo>
                <a:lnTo>
                  <a:pt x="75797" y="92283"/>
                </a:lnTo>
                <a:cubicBezTo>
                  <a:pt x="80335" y="93733"/>
                  <a:pt x="85195" y="94512"/>
                  <a:pt x="90216" y="94512"/>
                </a:cubicBezTo>
                <a:close/>
                <a:moveTo>
                  <a:pt x="100956" y="25776"/>
                </a:moveTo>
                <a:cubicBezTo>
                  <a:pt x="106883" y="25776"/>
                  <a:pt x="111696" y="30588"/>
                  <a:pt x="111696" y="36516"/>
                </a:cubicBezTo>
                <a:cubicBezTo>
                  <a:pt x="111696" y="42443"/>
                  <a:pt x="106883" y="47256"/>
                  <a:pt x="100956" y="47256"/>
                </a:cubicBezTo>
                <a:cubicBezTo>
                  <a:pt x="95028" y="47256"/>
                  <a:pt x="90216" y="42443"/>
                  <a:pt x="90216" y="36516"/>
                </a:cubicBezTo>
                <a:cubicBezTo>
                  <a:pt x="90216" y="30588"/>
                  <a:pt x="95028" y="25776"/>
                  <a:pt x="100956" y="2577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5" name="Text 9"/>
          <p:cNvSpPr/>
          <p:nvPr/>
        </p:nvSpPr>
        <p:spPr>
          <a:xfrm>
            <a:off x="6671591" y="2141115"/>
            <a:ext cx="496615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76" name="Text 10"/>
          <p:cNvSpPr/>
          <p:nvPr/>
        </p:nvSpPr>
        <p:spPr>
          <a:xfrm>
            <a:off x="6499752" y="2381690"/>
            <a:ext cx="512940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OAuth 2.0 + JWT tokens with refresh mechanism, Role-based access control (RBAC)</a:t>
            </a:r>
            <a:endParaRPr lang="en-US" sz="1600" dirty="0"/>
          </a:p>
        </p:txBody>
      </p:sp>
      <p:sp>
        <p:nvSpPr>
          <p:cNvPr id="77" name="Shape 11"/>
          <p:cNvSpPr/>
          <p:nvPr/>
        </p:nvSpPr>
        <p:spPr>
          <a:xfrm>
            <a:off x="6503189" y="2625702"/>
            <a:ext cx="840294" cy="213081"/>
          </a:xfrm>
          <a:custGeom>
            <a:avLst/>
            <a:gdLst/>
            <a:ahLst/>
            <a:cxnLst/>
            <a:rect l="l" t="t" r="r" b="b"/>
            <a:pathLst>
              <a:path w="840294" h="213081">
                <a:moveTo>
                  <a:pt x="34368" y="0"/>
                </a:moveTo>
                <a:lnTo>
                  <a:pt x="805926" y="0"/>
                </a:lnTo>
                <a:cubicBezTo>
                  <a:pt x="824907" y="0"/>
                  <a:pt x="840294" y="15387"/>
                  <a:pt x="840294" y="34368"/>
                </a:cubicBezTo>
                <a:lnTo>
                  <a:pt x="840294" y="178713"/>
                </a:lnTo>
                <a:cubicBezTo>
                  <a:pt x="840294" y="197694"/>
                  <a:pt x="824907" y="213081"/>
                  <a:pt x="805926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78" name="Text 12"/>
          <p:cNvSpPr/>
          <p:nvPr/>
        </p:nvSpPr>
        <p:spPr>
          <a:xfrm>
            <a:off x="6499752" y="2622265"/>
            <a:ext cx="884973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79" name="Shape 13"/>
          <p:cNvSpPr/>
          <p:nvPr/>
        </p:nvSpPr>
        <p:spPr>
          <a:xfrm>
            <a:off x="7420596" y="2625702"/>
            <a:ext cx="359144" cy="213081"/>
          </a:xfrm>
          <a:custGeom>
            <a:avLst/>
            <a:gdLst/>
            <a:ahLst/>
            <a:cxnLst/>
            <a:rect l="l" t="t" r="r" b="b"/>
            <a:pathLst>
              <a:path w="359144" h="213081">
                <a:moveTo>
                  <a:pt x="34368" y="0"/>
                </a:moveTo>
                <a:lnTo>
                  <a:pt x="324776" y="0"/>
                </a:lnTo>
                <a:cubicBezTo>
                  <a:pt x="343757" y="0"/>
                  <a:pt x="359144" y="15387"/>
                  <a:pt x="359144" y="34368"/>
                </a:cubicBezTo>
                <a:lnTo>
                  <a:pt x="359144" y="178713"/>
                </a:lnTo>
                <a:cubicBezTo>
                  <a:pt x="359144" y="197694"/>
                  <a:pt x="343757" y="213081"/>
                  <a:pt x="324776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80" name="Text 14"/>
          <p:cNvSpPr/>
          <p:nvPr/>
        </p:nvSpPr>
        <p:spPr>
          <a:xfrm>
            <a:off x="7417159" y="2622265"/>
            <a:ext cx="403822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</a:t>
            </a:r>
            <a:endParaRPr lang="en-US" sz="1600" dirty="0"/>
          </a:p>
        </p:txBody>
      </p:sp>
      <p:sp>
        <p:nvSpPr>
          <p:cNvPr id="81" name="Shape 15"/>
          <p:cNvSpPr/>
          <p:nvPr/>
        </p:nvSpPr>
        <p:spPr>
          <a:xfrm>
            <a:off x="6379464" y="3031139"/>
            <a:ext cx="5292651" cy="910748"/>
          </a:xfrm>
          <a:custGeom>
            <a:avLst/>
            <a:gdLst/>
            <a:ahLst/>
            <a:cxnLst/>
            <a:rect l="l" t="t" r="r" b="b"/>
            <a:pathLst>
              <a:path w="5292651" h="910748">
                <a:moveTo>
                  <a:pt x="34368" y="0"/>
                </a:moveTo>
                <a:lnTo>
                  <a:pt x="5189545" y="0"/>
                </a:lnTo>
                <a:cubicBezTo>
                  <a:pt x="5246489" y="0"/>
                  <a:pt x="5292651" y="46162"/>
                  <a:pt x="5292651" y="103106"/>
                </a:cubicBezTo>
                <a:lnTo>
                  <a:pt x="5292651" y="807643"/>
                </a:lnTo>
                <a:cubicBezTo>
                  <a:pt x="5292651" y="864586"/>
                  <a:pt x="5246489" y="910748"/>
                  <a:pt x="5189545" y="910748"/>
                </a:cubicBez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2" name="Shape 16"/>
          <p:cNvSpPr/>
          <p:nvPr/>
        </p:nvSpPr>
        <p:spPr>
          <a:xfrm>
            <a:off x="6379464" y="3031139"/>
            <a:ext cx="34368" cy="910748"/>
          </a:xfrm>
          <a:custGeom>
            <a:avLst/>
            <a:gdLst/>
            <a:ahLst/>
            <a:cxnLst/>
            <a:rect l="l" t="t" r="r" b="b"/>
            <a:pathLst>
              <a:path w="34368" h="910748">
                <a:moveTo>
                  <a:pt x="34368" y="0"/>
                </a:moveTo>
                <a:lnTo>
                  <a:pt x="34368" y="0"/>
                </a:lnTo>
                <a:lnTo>
                  <a:pt x="34368" y="910748"/>
                </a:ln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83" name="Shape 17"/>
          <p:cNvSpPr/>
          <p:nvPr/>
        </p:nvSpPr>
        <p:spPr>
          <a:xfrm>
            <a:off x="6534120" y="3168610"/>
            <a:ext cx="103104" cy="137471"/>
          </a:xfrm>
          <a:custGeom>
            <a:avLst/>
            <a:gdLst/>
            <a:ahLst/>
            <a:cxnLst/>
            <a:rect l="l" t="t" r="r" b="b"/>
            <a:pathLst>
              <a:path w="103104" h="137471">
                <a:moveTo>
                  <a:pt x="34368" y="25776"/>
                </a:moveTo>
                <a:lnTo>
                  <a:pt x="34368" y="42960"/>
                </a:lnTo>
                <a:lnTo>
                  <a:pt x="68736" y="42960"/>
                </a:lnTo>
                <a:lnTo>
                  <a:pt x="68736" y="25776"/>
                </a:lnTo>
                <a:cubicBezTo>
                  <a:pt x="68736" y="16298"/>
                  <a:pt x="61030" y="8592"/>
                  <a:pt x="51552" y="8592"/>
                </a:cubicBezTo>
                <a:cubicBezTo>
                  <a:pt x="42074" y="8592"/>
                  <a:pt x="34368" y="16298"/>
                  <a:pt x="34368" y="25776"/>
                </a:cubicBezTo>
                <a:close/>
                <a:moveTo>
                  <a:pt x="17184" y="42960"/>
                </a:moveTo>
                <a:lnTo>
                  <a:pt x="17184" y="25776"/>
                </a:lnTo>
                <a:cubicBezTo>
                  <a:pt x="17184" y="6793"/>
                  <a:pt x="32569" y="-8592"/>
                  <a:pt x="51552" y="-8592"/>
                </a:cubicBezTo>
                <a:cubicBezTo>
                  <a:pt x="70535" y="-8592"/>
                  <a:pt x="85920" y="6793"/>
                  <a:pt x="85920" y="25776"/>
                </a:cubicBezTo>
                <a:lnTo>
                  <a:pt x="85920" y="42960"/>
                </a:lnTo>
                <a:cubicBezTo>
                  <a:pt x="95398" y="42960"/>
                  <a:pt x="103104" y="50666"/>
                  <a:pt x="103104" y="60144"/>
                </a:cubicBezTo>
                <a:lnTo>
                  <a:pt x="103104" y="120288"/>
                </a:lnTo>
                <a:cubicBezTo>
                  <a:pt x="103104" y="129766"/>
                  <a:pt x="95398" y="137471"/>
                  <a:pt x="85920" y="137471"/>
                </a:cubicBezTo>
                <a:lnTo>
                  <a:pt x="17184" y="137471"/>
                </a:lnTo>
                <a:cubicBezTo>
                  <a:pt x="7706" y="137471"/>
                  <a:pt x="0" y="129766"/>
                  <a:pt x="0" y="120288"/>
                </a:cubicBezTo>
                <a:lnTo>
                  <a:pt x="0" y="60144"/>
                </a:lnTo>
                <a:cubicBezTo>
                  <a:pt x="0" y="50666"/>
                  <a:pt x="7706" y="42960"/>
                  <a:pt x="17184" y="4296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84" name="Text 18"/>
          <p:cNvSpPr/>
          <p:nvPr/>
        </p:nvSpPr>
        <p:spPr>
          <a:xfrm>
            <a:off x="6671591" y="3134242"/>
            <a:ext cx="496615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85" name="Text 19"/>
          <p:cNvSpPr/>
          <p:nvPr/>
        </p:nvSpPr>
        <p:spPr>
          <a:xfrm>
            <a:off x="6499752" y="3374817"/>
            <a:ext cx="512940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HTTPS/TLS 1.3 for all communications, AES-256 encryption at rest, GDPR compliance</a:t>
            </a:r>
            <a:endParaRPr lang="en-US" sz="1600" dirty="0"/>
          </a:p>
        </p:txBody>
      </p:sp>
      <p:sp>
        <p:nvSpPr>
          <p:cNvPr id="86" name="Shape 20"/>
          <p:cNvSpPr/>
          <p:nvPr/>
        </p:nvSpPr>
        <p:spPr>
          <a:xfrm>
            <a:off x="6503189" y="3618829"/>
            <a:ext cx="470840" cy="213081"/>
          </a:xfrm>
          <a:custGeom>
            <a:avLst/>
            <a:gdLst/>
            <a:ahLst/>
            <a:cxnLst/>
            <a:rect l="l" t="t" r="r" b="b"/>
            <a:pathLst>
              <a:path w="470840" h="213081">
                <a:moveTo>
                  <a:pt x="34368" y="0"/>
                </a:moveTo>
                <a:lnTo>
                  <a:pt x="436472" y="0"/>
                </a:lnTo>
                <a:cubicBezTo>
                  <a:pt x="455453" y="0"/>
                  <a:pt x="470840" y="15387"/>
                  <a:pt x="470840" y="34368"/>
                </a:cubicBezTo>
                <a:lnTo>
                  <a:pt x="470840" y="178713"/>
                </a:lnTo>
                <a:cubicBezTo>
                  <a:pt x="470840" y="197694"/>
                  <a:pt x="455453" y="213081"/>
                  <a:pt x="436472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4C759">
                <a:alpha val="20000"/>
              </a:srgbClr>
            </a:solidFill>
            <a:prstDash val="solid"/>
          </a:ln>
        </p:spPr>
      </p:sp>
      <p:sp>
        <p:nvSpPr>
          <p:cNvPr id="87" name="Text 21"/>
          <p:cNvSpPr/>
          <p:nvPr/>
        </p:nvSpPr>
        <p:spPr>
          <a:xfrm>
            <a:off x="6499752" y="3615393"/>
            <a:ext cx="515518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1.3</a:t>
            </a:r>
            <a:endParaRPr lang="en-US" sz="1600" dirty="0"/>
          </a:p>
        </p:txBody>
      </p:sp>
      <p:sp>
        <p:nvSpPr>
          <p:cNvPr id="88" name="Shape 22"/>
          <p:cNvSpPr/>
          <p:nvPr/>
        </p:nvSpPr>
        <p:spPr>
          <a:xfrm>
            <a:off x="7052108" y="3618829"/>
            <a:ext cx="556759" cy="213081"/>
          </a:xfrm>
          <a:custGeom>
            <a:avLst/>
            <a:gdLst/>
            <a:ahLst/>
            <a:cxnLst/>
            <a:rect l="l" t="t" r="r" b="b"/>
            <a:pathLst>
              <a:path w="556759" h="213081">
                <a:moveTo>
                  <a:pt x="34368" y="0"/>
                </a:moveTo>
                <a:lnTo>
                  <a:pt x="522392" y="0"/>
                </a:lnTo>
                <a:cubicBezTo>
                  <a:pt x="541372" y="0"/>
                  <a:pt x="556759" y="15387"/>
                  <a:pt x="556759" y="34368"/>
                </a:cubicBezTo>
                <a:lnTo>
                  <a:pt x="556759" y="178713"/>
                </a:lnTo>
                <a:cubicBezTo>
                  <a:pt x="556759" y="197694"/>
                  <a:pt x="541372" y="213081"/>
                  <a:pt x="522392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34C759">
                <a:alpha val="20000"/>
              </a:srgbClr>
            </a:solidFill>
            <a:prstDash val="solid"/>
          </a:ln>
        </p:spPr>
      </p:sp>
      <p:sp>
        <p:nvSpPr>
          <p:cNvPr id="89" name="Text 23"/>
          <p:cNvSpPr/>
          <p:nvPr/>
        </p:nvSpPr>
        <p:spPr>
          <a:xfrm>
            <a:off x="7048671" y="3615393"/>
            <a:ext cx="601438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AES-256</a:t>
            </a:r>
            <a:endParaRPr lang="en-US" sz="1600" dirty="0"/>
          </a:p>
        </p:txBody>
      </p:sp>
      <p:sp>
        <p:nvSpPr>
          <p:cNvPr id="90" name="Shape 24"/>
          <p:cNvSpPr/>
          <p:nvPr/>
        </p:nvSpPr>
        <p:spPr>
          <a:xfrm>
            <a:off x="6379464" y="4024266"/>
            <a:ext cx="5292651" cy="910748"/>
          </a:xfrm>
          <a:custGeom>
            <a:avLst/>
            <a:gdLst/>
            <a:ahLst/>
            <a:cxnLst/>
            <a:rect l="l" t="t" r="r" b="b"/>
            <a:pathLst>
              <a:path w="5292651" h="910748">
                <a:moveTo>
                  <a:pt x="34368" y="0"/>
                </a:moveTo>
                <a:lnTo>
                  <a:pt x="5189545" y="0"/>
                </a:lnTo>
                <a:cubicBezTo>
                  <a:pt x="5246489" y="0"/>
                  <a:pt x="5292651" y="46162"/>
                  <a:pt x="5292651" y="103106"/>
                </a:cubicBezTo>
                <a:lnTo>
                  <a:pt x="5292651" y="807643"/>
                </a:lnTo>
                <a:cubicBezTo>
                  <a:pt x="5292651" y="864586"/>
                  <a:pt x="5246489" y="910748"/>
                  <a:pt x="5189545" y="910748"/>
                </a:cubicBez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5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1" name="Shape 25"/>
          <p:cNvSpPr/>
          <p:nvPr/>
        </p:nvSpPr>
        <p:spPr>
          <a:xfrm>
            <a:off x="6379464" y="4024266"/>
            <a:ext cx="34368" cy="910748"/>
          </a:xfrm>
          <a:custGeom>
            <a:avLst/>
            <a:gdLst/>
            <a:ahLst/>
            <a:cxnLst/>
            <a:rect l="l" t="t" r="r" b="b"/>
            <a:pathLst>
              <a:path w="34368" h="910748">
                <a:moveTo>
                  <a:pt x="34368" y="0"/>
                </a:moveTo>
                <a:lnTo>
                  <a:pt x="34368" y="0"/>
                </a:lnTo>
                <a:lnTo>
                  <a:pt x="34368" y="910748"/>
                </a:lnTo>
                <a:lnTo>
                  <a:pt x="34368" y="910748"/>
                </a:lnTo>
                <a:cubicBezTo>
                  <a:pt x="15387" y="910748"/>
                  <a:pt x="0" y="895361"/>
                  <a:pt x="0" y="87638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92" name="Shape 26"/>
          <p:cNvSpPr/>
          <p:nvPr/>
        </p:nvSpPr>
        <p:spPr>
          <a:xfrm>
            <a:off x="6508344" y="4161738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51552" y="25776"/>
                </a:moveTo>
                <a:cubicBezTo>
                  <a:pt x="51552" y="11545"/>
                  <a:pt x="63097" y="0"/>
                  <a:pt x="77328" y="0"/>
                </a:cubicBezTo>
                <a:cubicBezTo>
                  <a:pt x="91558" y="0"/>
                  <a:pt x="103104" y="11545"/>
                  <a:pt x="103104" y="25776"/>
                </a:cubicBezTo>
                <a:lnTo>
                  <a:pt x="103104" y="26742"/>
                </a:lnTo>
                <a:cubicBezTo>
                  <a:pt x="103104" y="30958"/>
                  <a:pt x="99694" y="34368"/>
                  <a:pt x="95478" y="34368"/>
                </a:cubicBezTo>
                <a:lnTo>
                  <a:pt x="59204" y="34368"/>
                </a:lnTo>
                <a:cubicBezTo>
                  <a:pt x="54989" y="34368"/>
                  <a:pt x="51579" y="30958"/>
                  <a:pt x="51579" y="26742"/>
                </a:cubicBezTo>
                <a:lnTo>
                  <a:pt x="51579" y="25776"/>
                </a:lnTo>
                <a:close/>
                <a:moveTo>
                  <a:pt x="144345" y="29213"/>
                </a:moveTo>
                <a:cubicBezTo>
                  <a:pt x="147191" y="32999"/>
                  <a:pt x="146412" y="38395"/>
                  <a:pt x="142627" y="41241"/>
                </a:cubicBezTo>
                <a:lnTo>
                  <a:pt x="116367" y="60922"/>
                </a:lnTo>
                <a:cubicBezTo>
                  <a:pt x="117790" y="63312"/>
                  <a:pt x="118864" y="65943"/>
                  <a:pt x="119536" y="68736"/>
                </a:cubicBezTo>
                <a:lnTo>
                  <a:pt x="146063" y="68736"/>
                </a:lnTo>
                <a:cubicBezTo>
                  <a:pt x="150816" y="68736"/>
                  <a:pt x="154655" y="72575"/>
                  <a:pt x="154655" y="77328"/>
                </a:cubicBezTo>
                <a:cubicBezTo>
                  <a:pt x="154655" y="82080"/>
                  <a:pt x="150816" y="85920"/>
                  <a:pt x="146063" y="85920"/>
                </a:cubicBezTo>
                <a:lnTo>
                  <a:pt x="120288" y="85920"/>
                </a:lnTo>
                <a:lnTo>
                  <a:pt x="120288" y="94512"/>
                </a:lnTo>
                <a:cubicBezTo>
                  <a:pt x="120288" y="95210"/>
                  <a:pt x="120261" y="95935"/>
                  <a:pt x="120234" y="96633"/>
                </a:cubicBezTo>
                <a:lnTo>
                  <a:pt x="142627" y="113414"/>
                </a:lnTo>
                <a:cubicBezTo>
                  <a:pt x="146412" y="116260"/>
                  <a:pt x="147191" y="121657"/>
                  <a:pt x="144345" y="125443"/>
                </a:cubicBezTo>
                <a:cubicBezTo>
                  <a:pt x="141499" y="129229"/>
                  <a:pt x="136102" y="130007"/>
                  <a:pt x="132316" y="127161"/>
                </a:cubicBezTo>
                <a:lnTo>
                  <a:pt x="115374" y="114461"/>
                </a:lnTo>
                <a:cubicBezTo>
                  <a:pt x="109145" y="126329"/>
                  <a:pt x="97519" y="134921"/>
                  <a:pt x="83772" y="136988"/>
                </a:cubicBezTo>
                <a:lnTo>
                  <a:pt x="83772" y="75180"/>
                </a:lnTo>
                <a:cubicBezTo>
                  <a:pt x="83772" y="71609"/>
                  <a:pt x="80899" y="68736"/>
                  <a:pt x="77328" y="68736"/>
                </a:cubicBezTo>
                <a:cubicBezTo>
                  <a:pt x="73757" y="68736"/>
                  <a:pt x="70884" y="71609"/>
                  <a:pt x="70884" y="75180"/>
                </a:cubicBezTo>
                <a:lnTo>
                  <a:pt x="70884" y="136988"/>
                </a:lnTo>
                <a:cubicBezTo>
                  <a:pt x="57137" y="134921"/>
                  <a:pt x="45511" y="126329"/>
                  <a:pt x="39281" y="114461"/>
                </a:cubicBezTo>
                <a:lnTo>
                  <a:pt x="22339" y="127161"/>
                </a:lnTo>
                <a:cubicBezTo>
                  <a:pt x="18553" y="130007"/>
                  <a:pt x="13156" y="129229"/>
                  <a:pt x="10310" y="125443"/>
                </a:cubicBezTo>
                <a:cubicBezTo>
                  <a:pt x="7464" y="121657"/>
                  <a:pt x="8243" y="116260"/>
                  <a:pt x="12029" y="113414"/>
                </a:cubicBezTo>
                <a:lnTo>
                  <a:pt x="34422" y="96633"/>
                </a:lnTo>
                <a:cubicBezTo>
                  <a:pt x="34395" y="95935"/>
                  <a:pt x="34368" y="95237"/>
                  <a:pt x="34368" y="94512"/>
                </a:cubicBezTo>
                <a:lnTo>
                  <a:pt x="34368" y="85920"/>
                </a:lnTo>
                <a:lnTo>
                  <a:pt x="8592" y="85920"/>
                </a:lnTo>
                <a:cubicBezTo>
                  <a:pt x="3840" y="85920"/>
                  <a:pt x="0" y="82080"/>
                  <a:pt x="0" y="77328"/>
                </a:cubicBezTo>
                <a:cubicBezTo>
                  <a:pt x="0" y="72575"/>
                  <a:pt x="3840" y="68736"/>
                  <a:pt x="8592" y="68736"/>
                </a:cubicBezTo>
                <a:lnTo>
                  <a:pt x="35120" y="68736"/>
                </a:lnTo>
                <a:cubicBezTo>
                  <a:pt x="35791" y="65943"/>
                  <a:pt x="36865" y="63312"/>
                  <a:pt x="38288" y="60922"/>
                </a:cubicBezTo>
                <a:lnTo>
                  <a:pt x="12029" y="41241"/>
                </a:lnTo>
                <a:cubicBezTo>
                  <a:pt x="8243" y="38395"/>
                  <a:pt x="7464" y="32999"/>
                  <a:pt x="10310" y="29213"/>
                </a:cubicBezTo>
                <a:cubicBezTo>
                  <a:pt x="13156" y="25427"/>
                  <a:pt x="18553" y="24648"/>
                  <a:pt x="22339" y="27494"/>
                </a:cubicBezTo>
                <a:lnTo>
                  <a:pt x="51552" y="49404"/>
                </a:lnTo>
                <a:cubicBezTo>
                  <a:pt x="54854" y="48034"/>
                  <a:pt x="58479" y="47256"/>
                  <a:pt x="62292" y="47256"/>
                </a:cubicBezTo>
                <a:lnTo>
                  <a:pt x="92364" y="47256"/>
                </a:lnTo>
                <a:cubicBezTo>
                  <a:pt x="96176" y="47256"/>
                  <a:pt x="99801" y="48008"/>
                  <a:pt x="103104" y="49404"/>
                </a:cubicBezTo>
                <a:lnTo>
                  <a:pt x="132316" y="27494"/>
                </a:lnTo>
                <a:cubicBezTo>
                  <a:pt x="136102" y="24648"/>
                  <a:pt x="141499" y="25427"/>
                  <a:pt x="144345" y="29213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93" name="Text 27"/>
          <p:cNvSpPr/>
          <p:nvPr/>
        </p:nvSpPr>
        <p:spPr>
          <a:xfrm>
            <a:off x="6671591" y="4127370"/>
            <a:ext cx="496615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Prevention</a:t>
            </a:r>
            <a:endParaRPr lang="en-US" sz="1600" dirty="0"/>
          </a:p>
        </p:txBody>
      </p:sp>
      <p:sp>
        <p:nvSpPr>
          <p:cNvPr id="94" name="Text 28"/>
          <p:cNvSpPr/>
          <p:nvPr/>
        </p:nvSpPr>
        <p:spPr>
          <a:xfrm>
            <a:off x="6499752" y="4367945"/>
            <a:ext cx="512940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injection prevention via parameterized queries, XSS protection with input sanitization</a:t>
            </a:r>
            <a:endParaRPr lang="en-US" sz="1600" dirty="0"/>
          </a:p>
        </p:txBody>
      </p:sp>
      <p:sp>
        <p:nvSpPr>
          <p:cNvPr id="95" name="Shape 29"/>
          <p:cNvSpPr/>
          <p:nvPr/>
        </p:nvSpPr>
        <p:spPr>
          <a:xfrm>
            <a:off x="6503189" y="4611957"/>
            <a:ext cx="556759" cy="213081"/>
          </a:xfrm>
          <a:custGeom>
            <a:avLst/>
            <a:gdLst/>
            <a:ahLst/>
            <a:cxnLst/>
            <a:rect l="l" t="t" r="r" b="b"/>
            <a:pathLst>
              <a:path w="556759" h="213081">
                <a:moveTo>
                  <a:pt x="34368" y="0"/>
                </a:moveTo>
                <a:lnTo>
                  <a:pt x="522392" y="0"/>
                </a:lnTo>
                <a:cubicBezTo>
                  <a:pt x="541372" y="0"/>
                  <a:pt x="556759" y="15387"/>
                  <a:pt x="556759" y="34368"/>
                </a:cubicBezTo>
                <a:lnTo>
                  <a:pt x="556759" y="178713"/>
                </a:lnTo>
                <a:cubicBezTo>
                  <a:pt x="556759" y="197694"/>
                  <a:pt x="541372" y="213081"/>
                  <a:pt x="522392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9500">
                <a:alpha val="20000"/>
              </a:srgbClr>
            </a:solidFill>
            <a:prstDash val="solid"/>
          </a:ln>
        </p:spPr>
      </p:sp>
      <p:sp>
        <p:nvSpPr>
          <p:cNvPr id="96" name="Text 30"/>
          <p:cNvSpPr/>
          <p:nvPr/>
        </p:nvSpPr>
        <p:spPr>
          <a:xfrm>
            <a:off x="6499752" y="4608520"/>
            <a:ext cx="601438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</a:t>
            </a:r>
            <a:endParaRPr lang="en-US" sz="1600" dirty="0"/>
          </a:p>
        </p:txBody>
      </p:sp>
      <p:sp>
        <p:nvSpPr>
          <p:cNvPr id="97" name="Shape 31"/>
          <p:cNvSpPr/>
          <p:nvPr/>
        </p:nvSpPr>
        <p:spPr>
          <a:xfrm>
            <a:off x="7138565" y="4611957"/>
            <a:ext cx="505208" cy="213081"/>
          </a:xfrm>
          <a:custGeom>
            <a:avLst/>
            <a:gdLst/>
            <a:ahLst/>
            <a:cxnLst/>
            <a:rect l="l" t="t" r="r" b="b"/>
            <a:pathLst>
              <a:path w="505208" h="213081">
                <a:moveTo>
                  <a:pt x="34368" y="0"/>
                </a:moveTo>
                <a:lnTo>
                  <a:pt x="470840" y="0"/>
                </a:lnTo>
                <a:cubicBezTo>
                  <a:pt x="489821" y="0"/>
                  <a:pt x="505208" y="15387"/>
                  <a:pt x="505208" y="34368"/>
                </a:cubicBezTo>
                <a:lnTo>
                  <a:pt x="505208" y="178713"/>
                </a:lnTo>
                <a:cubicBezTo>
                  <a:pt x="505208" y="197694"/>
                  <a:pt x="489821" y="213081"/>
                  <a:pt x="470840" y="213081"/>
                </a:cubicBezTo>
                <a:lnTo>
                  <a:pt x="34368" y="213081"/>
                </a:lnTo>
                <a:cubicBezTo>
                  <a:pt x="15387" y="213081"/>
                  <a:pt x="0" y="197694"/>
                  <a:pt x="0" y="178713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F9500">
                <a:alpha val="20000"/>
              </a:srgbClr>
            </a:solidFill>
            <a:prstDash val="solid"/>
          </a:ln>
        </p:spPr>
      </p:sp>
      <p:sp>
        <p:nvSpPr>
          <p:cNvPr id="98" name="Text 32"/>
          <p:cNvSpPr/>
          <p:nvPr/>
        </p:nvSpPr>
        <p:spPr>
          <a:xfrm>
            <a:off x="7135128" y="4608520"/>
            <a:ext cx="549886" cy="206207"/>
          </a:xfrm>
          <a:prstGeom prst="rect">
            <a:avLst/>
          </a:prstGeom>
          <a:noFill/>
          <a:ln/>
        </p:spPr>
        <p:txBody>
          <a:bodyPr wrap="square" lIns="68736" tIns="34368" rIns="68736" bIns="34368" rtlCol="0" anchor="ctr"/>
          <a:lstStyle/>
          <a:p>
            <a:pPr>
              <a:lnSpc>
                <a:spcPct val="110000"/>
              </a:lnSpc>
            </a:pPr>
            <a:r>
              <a:rPr lang="en-US" sz="812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Sanitize</a:t>
            </a:r>
            <a:endParaRPr lang="en-US" sz="1600" dirty="0"/>
          </a:p>
        </p:txBody>
      </p:sp>
      <p:sp>
        <p:nvSpPr>
          <p:cNvPr id="99" name="Shape 33"/>
          <p:cNvSpPr/>
          <p:nvPr/>
        </p:nvSpPr>
        <p:spPr>
          <a:xfrm>
            <a:off x="6379464" y="5017385"/>
            <a:ext cx="5292651" cy="618622"/>
          </a:xfrm>
          <a:custGeom>
            <a:avLst/>
            <a:gdLst/>
            <a:ahLst/>
            <a:cxnLst/>
            <a:rect l="l" t="t" r="r" b="b"/>
            <a:pathLst>
              <a:path w="5292651" h="618622">
                <a:moveTo>
                  <a:pt x="34368" y="0"/>
                </a:moveTo>
                <a:lnTo>
                  <a:pt x="5189546" y="0"/>
                </a:lnTo>
                <a:cubicBezTo>
                  <a:pt x="5246489" y="0"/>
                  <a:pt x="5292651" y="46162"/>
                  <a:pt x="5292651" y="103106"/>
                </a:cubicBezTo>
                <a:lnTo>
                  <a:pt x="5292651" y="515516"/>
                </a:lnTo>
                <a:cubicBezTo>
                  <a:pt x="5292651" y="572460"/>
                  <a:pt x="5246489" y="618622"/>
                  <a:pt x="5189546" y="618622"/>
                </a:cubicBezTo>
                <a:lnTo>
                  <a:pt x="34368" y="618622"/>
                </a:lnTo>
                <a:cubicBezTo>
                  <a:pt x="15387" y="618622"/>
                  <a:pt x="0" y="603235"/>
                  <a:pt x="0" y="584254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gradFill flip="none" rotWithShape="1">
            <a:gsLst>
              <a:gs pos="0">
                <a:srgbClr val="AF52D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0" name="Shape 34"/>
          <p:cNvSpPr/>
          <p:nvPr/>
        </p:nvSpPr>
        <p:spPr>
          <a:xfrm>
            <a:off x="6379464" y="5017385"/>
            <a:ext cx="34368" cy="618622"/>
          </a:xfrm>
          <a:custGeom>
            <a:avLst/>
            <a:gdLst/>
            <a:ahLst/>
            <a:cxnLst/>
            <a:rect l="l" t="t" r="r" b="b"/>
            <a:pathLst>
              <a:path w="34368" h="618622">
                <a:moveTo>
                  <a:pt x="34368" y="0"/>
                </a:moveTo>
                <a:lnTo>
                  <a:pt x="34368" y="0"/>
                </a:lnTo>
                <a:lnTo>
                  <a:pt x="34368" y="618622"/>
                </a:lnTo>
                <a:lnTo>
                  <a:pt x="34368" y="618622"/>
                </a:lnTo>
                <a:cubicBezTo>
                  <a:pt x="15387" y="618622"/>
                  <a:pt x="0" y="603235"/>
                  <a:pt x="0" y="584254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101" name="Shape 35"/>
          <p:cNvSpPr/>
          <p:nvPr/>
        </p:nvSpPr>
        <p:spPr>
          <a:xfrm>
            <a:off x="6508344" y="5154856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60144" y="66588"/>
                </a:moveTo>
                <a:cubicBezTo>
                  <a:pt x="77926" y="66588"/>
                  <a:pt x="92364" y="52150"/>
                  <a:pt x="92364" y="34368"/>
                </a:cubicBezTo>
                <a:cubicBezTo>
                  <a:pt x="92364" y="16585"/>
                  <a:pt x="77926" y="2148"/>
                  <a:pt x="60144" y="2148"/>
                </a:cubicBezTo>
                <a:cubicBezTo>
                  <a:pt x="42361" y="2148"/>
                  <a:pt x="27924" y="16585"/>
                  <a:pt x="27924" y="34368"/>
                </a:cubicBezTo>
                <a:cubicBezTo>
                  <a:pt x="27924" y="52150"/>
                  <a:pt x="42361" y="66588"/>
                  <a:pt x="60144" y="66588"/>
                </a:cubicBezTo>
                <a:close/>
                <a:moveTo>
                  <a:pt x="52169" y="81624"/>
                </a:moveTo>
                <a:cubicBezTo>
                  <a:pt x="25722" y="81624"/>
                  <a:pt x="4296" y="103050"/>
                  <a:pt x="4296" y="129497"/>
                </a:cubicBezTo>
                <a:cubicBezTo>
                  <a:pt x="4296" y="133900"/>
                  <a:pt x="7867" y="137471"/>
                  <a:pt x="12270" y="137471"/>
                </a:cubicBezTo>
                <a:lnTo>
                  <a:pt x="79798" y="137471"/>
                </a:lnTo>
                <a:cubicBezTo>
                  <a:pt x="70078" y="126033"/>
                  <a:pt x="64440" y="111293"/>
                  <a:pt x="64440" y="95693"/>
                </a:cubicBezTo>
                <a:lnTo>
                  <a:pt x="64440" y="87343"/>
                </a:lnTo>
                <a:cubicBezTo>
                  <a:pt x="64440" y="85383"/>
                  <a:pt x="64708" y="83449"/>
                  <a:pt x="65218" y="81624"/>
                </a:cubicBezTo>
                <a:lnTo>
                  <a:pt x="52169" y="81624"/>
                </a:lnTo>
                <a:close/>
                <a:moveTo>
                  <a:pt x="119563" y="131162"/>
                </a:moveTo>
                <a:lnTo>
                  <a:pt x="115992" y="132853"/>
                </a:lnTo>
                <a:lnTo>
                  <a:pt x="115992" y="82349"/>
                </a:lnTo>
                <a:lnTo>
                  <a:pt x="141767" y="90941"/>
                </a:lnTo>
                <a:lnTo>
                  <a:pt x="141767" y="96203"/>
                </a:lnTo>
                <a:cubicBezTo>
                  <a:pt x="141767" y="111185"/>
                  <a:pt x="133122" y="124798"/>
                  <a:pt x="119563" y="131189"/>
                </a:cubicBezTo>
                <a:close/>
                <a:moveTo>
                  <a:pt x="113280" y="69675"/>
                </a:moveTo>
                <a:lnTo>
                  <a:pt x="83208" y="79690"/>
                </a:lnTo>
                <a:cubicBezTo>
                  <a:pt x="79690" y="80872"/>
                  <a:pt x="77328" y="84148"/>
                  <a:pt x="77328" y="87853"/>
                </a:cubicBezTo>
                <a:lnTo>
                  <a:pt x="77328" y="96203"/>
                </a:lnTo>
                <a:cubicBezTo>
                  <a:pt x="77328" y="116179"/>
                  <a:pt x="88873" y="134357"/>
                  <a:pt x="106916" y="142841"/>
                </a:cubicBezTo>
                <a:lnTo>
                  <a:pt x="111884" y="145177"/>
                </a:lnTo>
                <a:cubicBezTo>
                  <a:pt x="113172" y="145768"/>
                  <a:pt x="114568" y="146090"/>
                  <a:pt x="115965" y="146090"/>
                </a:cubicBezTo>
                <a:cubicBezTo>
                  <a:pt x="117361" y="146090"/>
                  <a:pt x="118784" y="145768"/>
                  <a:pt x="120046" y="145177"/>
                </a:cubicBezTo>
                <a:lnTo>
                  <a:pt x="125013" y="142841"/>
                </a:lnTo>
                <a:cubicBezTo>
                  <a:pt x="143110" y="134330"/>
                  <a:pt x="154655" y="116153"/>
                  <a:pt x="154655" y="96176"/>
                </a:cubicBezTo>
                <a:lnTo>
                  <a:pt x="154655" y="87826"/>
                </a:lnTo>
                <a:cubicBezTo>
                  <a:pt x="154655" y="84121"/>
                  <a:pt x="152293" y="80845"/>
                  <a:pt x="148775" y="79664"/>
                </a:cubicBezTo>
                <a:lnTo>
                  <a:pt x="118703" y="69649"/>
                </a:lnTo>
                <a:cubicBezTo>
                  <a:pt x="116931" y="69058"/>
                  <a:pt x="115025" y="69058"/>
                  <a:pt x="113280" y="69649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102" name="Text 36"/>
          <p:cNvSpPr/>
          <p:nvPr/>
        </p:nvSpPr>
        <p:spPr>
          <a:xfrm>
            <a:off x="6671591" y="5120489"/>
            <a:ext cx="496615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Headers</a:t>
            </a:r>
            <a:endParaRPr lang="en-US" sz="1600" dirty="0"/>
          </a:p>
        </p:txBody>
      </p:sp>
      <p:sp>
        <p:nvSpPr>
          <p:cNvPr id="103" name="Text 37"/>
          <p:cNvSpPr/>
          <p:nvPr/>
        </p:nvSpPr>
        <p:spPr>
          <a:xfrm>
            <a:off x="6499752" y="5361064"/>
            <a:ext cx="512940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CSP, HSTS, X-Frame-Options, secure cookie flags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47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Interactions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580165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4686" y="1163743"/>
            <a:ext cx="11507746" cy="5381885"/>
          </a:xfrm>
          <a:custGeom>
            <a:avLst/>
            <a:gdLst/>
            <a:ahLst/>
            <a:cxnLst/>
            <a:rect l="l" t="t" r="r" b="b"/>
            <a:pathLst>
              <a:path w="11507746" h="5381885">
                <a:moveTo>
                  <a:pt x="136485" y="0"/>
                </a:moveTo>
                <a:lnTo>
                  <a:pt x="11371262" y="0"/>
                </a:lnTo>
                <a:cubicBezTo>
                  <a:pt x="11446640" y="0"/>
                  <a:pt x="11507746" y="61106"/>
                  <a:pt x="11507746" y="136485"/>
                </a:cubicBezTo>
                <a:lnTo>
                  <a:pt x="11507746" y="5245400"/>
                </a:lnTo>
                <a:cubicBezTo>
                  <a:pt x="11507746" y="5320779"/>
                  <a:pt x="11446640" y="5381885"/>
                  <a:pt x="11371262" y="5381885"/>
                </a:cubicBezTo>
                <a:lnTo>
                  <a:pt x="136485" y="5381885"/>
                </a:lnTo>
                <a:cubicBezTo>
                  <a:pt x="61106" y="5381885"/>
                  <a:pt x="0" y="5320779"/>
                  <a:pt x="0" y="5245400"/>
                </a:cubicBezTo>
                <a:lnTo>
                  <a:pt x="0" y="136485"/>
                </a:lnTo>
                <a:cubicBezTo>
                  <a:pt x="0" y="61157"/>
                  <a:pt x="61157" y="0"/>
                  <a:pt x="13648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596" dist="853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6276" y="1375333"/>
            <a:ext cx="1184219" cy="1133028"/>
          </a:xfrm>
          <a:custGeom>
            <a:avLst/>
            <a:gdLst/>
            <a:ahLst/>
            <a:cxnLst/>
            <a:rect l="l" t="t" r="r" b="b"/>
            <a:pathLst>
              <a:path w="1184219" h="1133028">
                <a:moveTo>
                  <a:pt x="102380" y="0"/>
                </a:moveTo>
                <a:lnTo>
                  <a:pt x="1081839" y="0"/>
                </a:lnTo>
                <a:cubicBezTo>
                  <a:pt x="1138382" y="0"/>
                  <a:pt x="1184219" y="45837"/>
                  <a:pt x="1184219" y="102380"/>
                </a:cubicBezTo>
                <a:lnTo>
                  <a:pt x="1184219" y="1030648"/>
                </a:lnTo>
                <a:cubicBezTo>
                  <a:pt x="1184219" y="1087191"/>
                  <a:pt x="1138382" y="1133028"/>
                  <a:pt x="1081839" y="1133028"/>
                </a:cubicBezTo>
                <a:lnTo>
                  <a:pt x="102380" y="1133028"/>
                </a:lnTo>
                <a:cubicBezTo>
                  <a:pt x="45837" y="1133028"/>
                  <a:pt x="0" y="1087191"/>
                  <a:pt x="0" y="1030648"/>
                </a:cubicBezTo>
                <a:lnTo>
                  <a:pt x="0" y="102380"/>
                </a:lnTo>
                <a:cubicBezTo>
                  <a:pt x="0" y="45837"/>
                  <a:pt x="45837" y="0"/>
                  <a:pt x="10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073" y="1515256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0071E3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0508" y="1685893"/>
            <a:ext cx="179169" cy="204764"/>
          </a:xfrm>
          <a:custGeom>
            <a:avLst/>
            <a:gdLst/>
            <a:ahLst/>
            <a:cxnLst/>
            <a:rect l="l" t="t" r="r" b="b"/>
            <a:pathLst>
              <a:path w="179169" h="204764">
                <a:moveTo>
                  <a:pt x="96503" y="-5199"/>
                </a:moveTo>
                <a:cubicBezTo>
                  <a:pt x="91944" y="-6119"/>
                  <a:pt x="87265" y="-6119"/>
                  <a:pt x="82706" y="-5199"/>
                </a:cubicBezTo>
                <a:lnTo>
                  <a:pt x="7719" y="9798"/>
                </a:lnTo>
                <a:cubicBezTo>
                  <a:pt x="3239" y="10678"/>
                  <a:pt x="0" y="14637"/>
                  <a:pt x="0" y="19197"/>
                </a:cubicBezTo>
                <a:cubicBezTo>
                  <a:pt x="0" y="23316"/>
                  <a:pt x="2600" y="26915"/>
                  <a:pt x="6399" y="28235"/>
                </a:cubicBezTo>
                <a:lnTo>
                  <a:pt x="6399" y="57590"/>
                </a:lnTo>
                <a:lnTo>
                  <a:pt x="120" y="89024"/>
                </a:lnTo>
                <a:cubicBezTo>
                  <a:pt x="40" y="89384"/>
                  <a:pt x="0" y="89784"/>
                  <a:pt x="0" y="90184"/>
                </a:cubicBezTo>
                <a:cubicBezTo>
                  <a:pt x="0" y="93384"/>
                  <a:pt x="2600" y="96023"/>
                  <a:pt x="5839" y="96023"/>
                </a:cubicBezTo>
                <a:lnTo>
                  <a:pt x="19797" y="96023"/>
                </a:lnTo>
                <a:cubicBezTo>
                  <a:pt x="22996" y="96023"/>
                  <a:pt x="25636" y="93424"/>
                  <a:pt x="25636" y="90184"/>
                </a:cubicBezTo>
                <a:cubicBezTo>
                  <a:pt x="25636" y="89784"/>
                  <a:pt x="25596" y="89424"/>
                  <a:pt x="25516" y="89024"/>
                </a:cubicBezTo>
                <a:lnTo>
                  <a:pt x="19197" y="57590"/>
                </a:lnTo>
                <a:lnTo>
                  <a:pt x="19197" y="30915"/>
                </a:lnTo>
                <a:lnTo>
                  <a:pt x="38393" y="34754"/>
                </a:lnTo>
                <a:lnTo>
                  <a:pt x="38393" y="57590"/>
                </a:lnTo>
                <a:cubicBezTo>
                  <a:pt x="38393" y="85865"/>
                  <a:pt x="61309" y="108781"/>
                  <a:pt x="89584" y="108781"/>
                </a:cubicBezTo>
                <a:cubicBezTo>
                  <a:pt x="117859" y="108781"/>
                  <a:pt x="140775" y="85865"/>
                  <a:pt x="140775" y="57590"/>
                </a:cubicBezTo>
                <a:lnTo>
                  <a:pt x="140775" y="34754"/>
                </a:lnTo>
                <a:lnTo>
                  <a:pt x="171450" y="28635"/>
                </a:lnTo>
                <a:cubicBezTo>
                  <a:pt x="175929" y="27715"/>
                  <a:pt x="179169" y="23756"/>
                  <a:pt x="179169" y="19197"/>
                </a:cubicBezTo>
                <a:cubicBezTo>
                  <a:pt x="179169" y="14637"/>
                  <a:pt x="175929" y="10678"/>
                  <a:pt x="171450" y="9798"/>
                </a:cubicBezTo>
                <a:lnTo>
                  <a:pt x="96503" y="-5199"/>
                </a:lnTo>
                <a:close/>
                <a:moveTo>
                  <a:pt x="89584" y="89584"/>
                </a:moveTo>
                <a:cubicBezTo>
                  <a:pt x="71907" y="89584"/>
                  <a:pt x="57590" y="75267"/>
                  <a:pt x="57590" y="57590"/>
                </a:cubicBezTo>
                <a:lnTo>
                  <a:pt x="121579" y="57590"/>
                </a:lnTo>
                <a:cubicBezTo>
                  <a:pt x="121579" y="75267"/>
                  <a:pt x="107261" y="89584"/>
                  <a:pt x="89584" y="89584"/>
                </a:cubicBezTo>
                <a:close/>
                <a:moveTo>
                  <a:pt x="48032" y="128018"/>
                </a:moveTo>
                <a:cubicBezTo>
                  <a:pt x="23476" y="139296"/>
                  <a:pt x="6399" y="164091"/>
                  <a:pt x="6399" y="192886"/>
                </a:cubicBezTo>
                <a:cubicBezTo>
                  <a:pt x="6399" y="199445"/>
                  <a:pt x="11718" y="204764"/>
                  <a:pt x="18277" y="204764"/>
                </a:cubicBezTo>
                <a:lnTo>
                  <a:pt x="79986" y="204764"/>
                </a:lnTo>
                <a:lnTo>
                  <a:pt x="79986" y="146374"/>
                </a:lnTo>
                <a:lnTo>
                  <a:pt x="57030" y="129177"/>
                </a:lnTo>
                <a:cubicBezTo>
                  <a:pt x="54430" y="127218"/>
                  <a:pt x="50951" y="126698"/>
                  <a:pt x="47992" y="128058"/>
                </a:cubicBezTo>
                <a:close/>
                <a:moveTo>
                  <a:pt x="99183" y="204764"/>
                </a:moveTo>
                <a:lnTo>
                  <a:pt x="160892" y="204764"/>
                </a:lnTo>
                <a:cubicBezTo>
                  <a:pt x="167451" y="204764"/>
                  <a:pt x="172770" y="199445"/>
                  <a:pt x="172770" y="192886"/>
                </a:cubicBezTo>
                <a:cubicBezTo>
                  <a:pt x="172770" y="164091"/>
                  <a:pt x="155693" y="139296"/>
                  <a:pt x="131137" y="128058"/>
                </a:cubicBezTo>
                <a:cubicBezTo>
                  <a:pt x="128178" y="126698"/>
                  <a:pt x="124698" y="127218"/>
                  <a:pt x="122099" y="129177"/>
                </a:cubicBezTo>
                <a:lnTo>
                  <a:pt x="99143" y="146374"/>
                </a:lnTo>
                <a:lnTo>
                  <a:pt x="99143" y="2047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1201" y="2163676"/>
            <a:ext cx="54603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6276" y="2651697"/>
            <a:ext cx="1184219" cy="1133028"/>
          </a:xfrm>
          <a:custGeom>
            <a:avLst/>
            <a:gdLst/>
            <a:ahLst/>
            <a:cxnLst/>
            <a:rect l="l" t="t" r="r" b="b"/>
            <a:pathLst>
              <a:path w="1184219" h="1133028">
                <a:moveTo>
                  <a:pt x="102380" y="0"/>
                </a:moveTo>
                <a:lnTo>
                  <a:pt x="1081839" y="0"/>
                </a:lnTo>
                <a:cubicBezTo>
                  <a:pt x="1138382" y="0"/>
                  <a:pt x="1184219" y="45837"/>
                  <a:pt x="1184219" y="102380"/>
                </a:cubicBezTo>
                <a:lnTo>
                  <a:pt x="1184219" y="1030648"/>
                </a:lnTo>
                <a:cubicBezTo>
                  <a:pt x="1184219" y="1087191"/>
                  <a:pt x="1138382" y="1133028"/>
                  <a:pt x="1081839" y="1133028"/>
                </a:cubicBezTo>
                <a:lnTo>
                  <a:pt x="102380" y="1133028"/>
                </a:lnTo>
                <a:cubicBezTo>
                  <a:pt x="45837" y="1133028"/>
                  <a:pt x="0" y="1087191"/>
                  <a:pt x="0" y="1030648"/>
                </a:cubicBezTo>
                <a:lnTo>
                  <a:pt x="0" y="102380"/>
                </a:lnTo>
                <a:cubicBezTo>
                  <a:pt x="0" y="45837"/>
                  <a:pt x="45837" y="0"/>
                  <a:pt x="10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10000"/>
                </a:srgbClr>
              </a:gs>
              <a:gs pos="100000">
                <a:srgbClr val="34C759">
                  <a:alpha val="5000"/>
                </a:srgbClr>
              </a:gs>
            </a:gsLst>
            <a:lin ang="2700000" scaled="1"/>
          </a:gradFill>
          <a:ln w="10160">
            <a:solidFill>
              <a:srgbClr val="34C759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073" y="2791618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34C759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22115" y="2962255"/>
            <a:ext cx="255955" cy="204764"/>
          </a:xfrm>
          <a:custGeom>
            <a:avLst/>
            <a:gdLst/>
            <a:ahLst/>
            <a:cxnLst/>
            <a:rect l="l" t="t" r="r" b="b"/>
            <a:pathLst>
              <a:path w="255955" h="204764">
                <a:moveTo>
                  <a:pt x="51191" y="38393"/>
                </a:moveTo>
                <a:cubicBezTo>
                  <a:pt x="51191" y="24276"/>
                  <a:pt x="62669" y="12798"/>
                  <a:pt x="76787" y="12798"/>
                </a:cubicBezTo>
                <a:lnTo>
                  <a:pt x="217562" y="12798"/>
                </a:lnTo>
                <a:cubicBezTo>
                  <a:pt x="231679" y="12798"/>
                  <a:pt x="243157" y="24276"/>
                  <a:pt x="243157" y="38393"/>
                </a:cubicBezTo>
                <a:lnTo>
                  <a:pt x="243157" y="134376"/>
                </a:lnTo>
                <a:lnTo>
                  <a:pt x="204764" y="134376"/>
                </a:lnTo>
                <a:lnTo>
                  <a:pt x="204764" y="127978"/>
                </a:lnTo>
                <a:cubicBezTo>
                  <a:pt x="204764" y="120899"/>
                  <a:pt x="199045" y="115180"/>
                  <a:pt x="191966" y="115180"/>
                </a:cubicBezTo>
                <a:lnTo>
                  <a:pt x="166371" y="115180"/>
                </a:lnTo>
                <a:cubicBezTo>
                  <a:pt x="159292" y="115180"/>
                  <a:pt x="153573" y="120899"/>
                  <a:pt x="153573" y="127978"/>
                </a:cubicBezTo>
                <a:lnTo>
                  <a:pt x="153573" y="134376"/>
                </a:lnTo>
                <a:lnTo>
                  <a:pt x="101942" y="134376"/>
                </a:lnTo>
                <a:cubicBezTo>
                  <a:pt x="106301" y="126858"/>
                  <a:pt x="108781" y="118099"/>
                  <a:pt x="108781" y="108781"/>
                </a:cubicBezTo>
                <a:cubicBezTo>
                  <a:pt x="108781" y="80506"/>
                  <a:pt x="85865" y="57590"/>
                  <a:pt x="57590" y="57590"/>
                </a:cubicBezTo>
                <a:cubicBezTo>
                  <a:pt x="55430" y="57590"/>
                  <a:pt x="53271" y="57710"/>
                  <a:pt x="51191" y="57990"/>
                </a:cubicBezTo>
                <a:lnTo>
                  <a:pt x="51191" y="38393"/>
                </a:lnTo>
                <a:close/>
                <a:moveTo>
                  <a:pt x="133177" y="179169"/>
                </a:moveTo>
                <a:cubicBezTo>
                  <a:pt x="131137" y="169490"/>
                  <a:pt x="126658" y="160732"/>
                  <a:pt x="120339" y="153573"/>
                </a:cubicBezTo>
                <a:lnTo>
                  <a:pt x="243157" y="153573"/>
                </a:lnTo>
                <a:cubicBezTo>
                  <a:pt x="243157" y="167691"/>
                  <a:pt x="231679" y="179169"/>
                  <a:pt x="217562" y="179169"/>
                </a:cubicBezTo>
                <a:lnTo>
                  <a:pt x="133177" y="179169"/>
                </a:lnTo>
                <a:close/>
                <a:moveTo>
                  <a:pt x="25596" y="108781"/>
                </a:moveTo>
                <a:cubicBezTo>
                  <a:pt x="25596" y="91123"/>
                  <a:pt x="39932" y="76787"/>
                  <a:pt x="57590" y="76787"/>
                </a:cubicBezTo>
                <a:cubicBezTo>
                  <a:pt x="75248" y="76787"/>
                  <a:pt x="89584" y="91123"/>
                  <a:pt x="89584" y="108781"/>
                </a:cubicBezTo>
                <a:cubicBezTo>
                  <a:pt x="89584" y="126439"/>
                  <a:pt x="75248" y="140775"/>
                  <a:pt x="57590" y="140775"/>
                </a:cubicBezTo>
                <a:cubicBezTo>
                  <a:pt x="39932" y="140775"/>
                  <a:pt x="25596" y="126439"/>
                  <a:pt x="25596" y="108781"/>
                </a:cubicBezTo>
                <a:close/>
                <a:moveTo>
                  <a:pt x="0" y="191966"/>
                </a:moveTo>
                <a:cubicBezTo>
                  <a:pt x="0" y="170770"/>
                  <a:pt x="17197" y="153573"/>
                  <a:pt x="38393" y="153573"/>
                </a:cubicBezTo>
                <a:lnTo>
                  <a:pt x="76787" y="153573"/>
                </a:lnTo>
                <a:cubicBezTo>
                  <a:pt x="97983" y="153573"/>
                  <a:pt x="115180" y="170770"/>
                  <a:pt x="115180" y="191966"/>
                </a:cubicBezTo>
                <a:cubicBezTo>
                  <a:pt x="115180" y="199045"/>
                  <a:pt x="109461" y="204764"/>
                  <a:pt x="102382" y="204764"/>
                </a:cubicBezTo>
                <a:lnTo>
                  <a:pt x="12798" y="204764"/>
                </a:lnTo>
                <a:cubicBezTo>
                  <a:pt x="5719" y="204764"/>
                  <a:pt x="0" y="199045"/>
                  <a:pt x="0" y="1919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6703" y="3440038"/>
            <a:ext cx="65695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6276" y="3928059"/>
            <a:ext cx="1184219" cy="1133028"/>
          </a:xfrm>
          <a:custGeom>
            <a:avLst/>
            <a:gdLst/>
            <a:ahLst/>
            <a:cxnLst/>
            <a:rect l="l" t="t" r="r" b="b"/>
            <a:pathLst>
              <a:path w="1184219" h="1133028">
                <a:moveTo>
                  <a:pt x="102380" y="0"/>
                </a:moveTo>
                <a:lnTo>
                  <a:pt x="1081839" y="0"/>
                </a:lnTo>
                <a:cubicBezTo>
                  <a:pt x="1138382" y="0"/>
                  <a:pt x="1184219" y="45837"/>
                  <a:pt x="1184219" y="102380"/>
                </a:cubicBezTo>
                <a:lnTo>
                  <a:pt x="1184219" y="1030648"/>
                </a:lnTo>
                <a:cubicBezTo>
                  <a:pt x="1184219" y="1087191"/>
                  <a:pt x="1138382" y="1133028"/>
                  <a:pt x="1081839" y="1133028"/>
                </a:cubicBezTo>
                <a:lnTo>
                  <a:pt x="102380" y="1133028"/>
                </a:lnTo>
                <a:cubicBezTo>
                  <a:pt x="45837" y="1133028"/>
                  <a:pt x="0" y="1087191"/>
                  <a:pt x="0" y="1030648"/>
                </a:cubicBezTo>
                <a:lnTo>
                  <a:pt x="0" y="102380"/>
                </a:lnTo>
                <a:cubicBezTo>
                  <a:pt x="0" y="45837"/>
                  <a:pt x="45837" y="0"/>
                  <a:pt x="10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500">
                  <a:alpha val="10000"/>
                </a:srgbClr>
              </a:gs>
              <a:gs pos="100000">
                <a:srgbClr val="FF9500">
                  <a:alpha val="5000"/>
                </a:srgbClr>
              </a:gs>
            </a:gsLst>
            <a:lin ang="2700000" scaled="1"/>
          </a:gradFill>
          <a:ln w="10160">
            <a:solidFill>
              <a:srgbClr val="FF9500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073" y="4067982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FF9500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34912" y="4238619"/>
            <a:ext cx="230360" cy="204764"/>
          </a:xfrm>
          <a:custGeom>
            <a:avLst/>
            <a:gdLst/>
            <a:ahLst/>
            <a:cxnLst/>
            <a:rect l="l" t="t" r="r" b="b"/>
            <a:pathLst>
              <a:path w="230360" h="204764">
                <a:moveTo>
                  <a:pt x="89584" y="99183"/>
                </a:moveTo>
                <a:cubicBezTo>
                  <a:pt x="116072" y="99183"/>
                  <a:pt x="137576" y="77678"/>
                  <a:pt x="137576" y="51191"/>
                </a:cubicBezTo>
                <a:cubicBezTo>
                  <a:pt x="137576" y="24704"/>
                  <a:pt x="116072" y="3199"/>
                  <a:pt x="89584" y="3199"/>
                </a:cubicBezTo>
                <a:cubicBezTo>
                  <a:pt x="63097" y="3199"/>
                  <a:pt x="41593" y="24704"/>
                  <a:pt x="41593" y="51191"/>
                </a:cubicBezTo>
                <a:cubicBezTo>
                  <a:pt x="41593" y="77678"/>
                  <a:pt x="63097" y="99183"/>
                  <a:pt x="89584" y="99183"/>
                </a:cubicBezTo>
                <a:close/>
                <a:moveTo>
                  <a:pt x="77706" y="121579"/>
                </a:moveTo>
                <a:cubicBezTo>
                  <a:pt x="38313" y="121579"/>
                  <a:pt x="6399" y="153493"/>
                  <a:pt x="6399" y="192886"/>
                </a:cubicBezTo>
                <a:cubicBezTo>
                  <a:pt x="6399" y="199445"/>
                  <a:pt x="11718" y="204764"/>
                  <a:pt x="18277" y="204764"/>
                </a:cubicBezTo>
                <a:lnTo>
                  <a:pt x="118859" y="204764"/>
                </a:lnTo>
                <a:cubicBezTo>
                  <a:pt x="104382" y="187727"/>
                  <a:pt x="95983" y="165771"/>
                  <a:pt x="95983" y="142535"/>
                </a:cubicBezTo>
                <a:lnTo>
                  <a:pt x="95983" y="130097"/>
                </a:lnTo>
                <a:cubicBezTo>
                  <a:pt x="95983" y="127178"/>
                  <a:pt x="96383" y="124298"/>
                  <a:pt x="97143" y="121579"/>
                </a:cubicBezTo>
                <a:lnTo>
                  <a:pt x="77706" y="121579"/>
                </a:lnTo>
                <a:close/>
                <a:moveTo>
                  <a:pt x="178089" y="195366"/>
                </a:moveTo>
                <a:lnTo>
                  <a:pt x="172770" y="197885"/>
                </a:lnTo>
                <a:lnTo>
                  <a:pt x="172770" y="122659"/>
                </a:lnTo>
                <a:lnTo>
                  <a:pt x="211163" y="135456"/>
                </a:lnTo>
                <a:lnTo>
                  <a:pt x="211163" y="143295"/>
                </a:lnTo>
                <a:cubicBezTo>
                  <a:pt x="211163" y="165611"/>
                  <a:pt x="198285" y="185887"/>
                  <a:pt x="178089" y="195406"/>
                </a:cubicBezTo>
                <a:close/>
                <a:moveTo>
                  <a:pt x="168730" y="103782"/>
                </a:moveTo>
                <a:lnTo>
                  <a:pt x="123938" y="118699"/>
                </a:lnTo>
                <a:cubicBezTo>
                  <a:pt x="118699" y="120459"/>
                  <a:pt x="115180" y="125338"/>
                  <a:pt x="115180" y="130857"/>
                </a:cubicBezTo>
                <a:lnTo>
                  <a:pt x="115180" y="143295"/>
                </a:lnTo>
                <a:cubicBezTo>
                  <a:pt x="115180" y="173050"/>
                  <a:pt x="132377" y="200125"/>
                  <a:pt x="159252" y="212763"/>
                </a:cubicBezTo>
                <a:lnTo>
                  <a:pt x="166651" y="216242"/>
                </a:lnTo>
                <a:cubicBezTo>
                  <a:pt x="168571" y="217122"/>
                  <a:pt x="170650" y="217602"/>
                  <a:pt x="172730" y="217602"/>
                </a:cubicBezTo>
                <a:cubicBezTo>
                  <a:pt x="174809" y="217602"/>
                  <a:pt x="176929" y="217122"/>
                  <a:pt x="178809" y="216242"/>
                </a:cubicBezTo>
                <a:lnTo>
                  <a:pt x="186207" y="212763"/>
                </a:lnTo>
                <a:cubicBezTo>
                  <a:pt x="213163" y="200085"/>
                  <a:pt x="230360" y="173010"/>
                  <a:pt x="230360" y="143255"/>
                </a:cubicBezTo>
                <a:lnTo>
                  <a:pt x="230360" y="130817"/>
                </a:lnTo>
                <a:cubicBezTo>
                  <a:pt x="230360" y="125298"/>
                  <a:pt x="226840" y="120419"/>
                  <a:pt x="221601" y="118659"/>
                </a:cubicBezTo>
                <a:lnTo>
                  <a:pt x="176809" y="103742"/>
                </a:lnTo>
                <a:cubicBezTo>
                  <a:pt x="174170" y="102862"/>
                  <a:pt x="171330" y="102862"/>
                  <a:pt x="168730" y="1037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53433" y="4716402"/>
            <a:ext cx="46071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6276" y="5204424"/>
            <a:ext cx="1184219" cy="1133028"/>
          </a:xfrm>
          <a:custGeom>
            <a:avLst/>
            <a:gdLst/>
            <a:ahLst/>
            <a:cxnLst/>
            <a:rect l="l" t="t" r="r" b="b"/>
            <a:pathLst>
              <a:path w="1184219" h="1133028">
                <a:moveTo>
                  <a:pt x="102380" y="0"/>
                </a:moveTo>
                <a:lnTo>
                  <a:pt x="1081839" y="0"/>
                </a:lnTo>
                <a:cubicBezTo>
                  <a:pt x="1138382" y="0"/>
                  <a:pt x="1184219" y="45837"/>
                  <a:pt x="1184219" y="102380"/>
                </a:cubicBezTo>
                <a:lnTo>
                  <a:pt x="1184219" y="1030648"/>
                </a:lnTo>
                <a:cubicBezTo>
                  <a:pt x="1184219" y="1087191"/>
                  <a:pt x="1138382" y="1133028"/>
                  <a:pt x="1081839" y="1133028"/>
                </a:cubicBezTo>
                <a:lnTo>
                  <a:pt x="102380" y="1133028"/>
                </a:lnTo>
                <a:cubicBezTo>
                  <a:pt x="45837" y="1133028"/>
                  <a:pt x="0" y="1087191"/>
                  <a:pt x="0" y="1030648"/>
                </a:cubicBezTo>
                <a:lnTo>
                  <a:pt x="0" y="102380"/>
                </a:lnTo>
                <a:cubicBezTo>
                  <a:pt x="0" y="45837"/>
                  <a:pt x="45837" y="0"/>
                  <a:pt x="102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AF52DE">
                  <a:alpha val="10000"/>
                </a:srgbClr>
              </a:gs>
              <a:gs pos="100000">
                <a:srgbClr val="AF52DE">
                  <a:alpha val="5000"/>
                </a:srgbClr>
              </a:gs>
            </a:gsLst>
            <a:lin ang="2700000" scaled="1"/>
          </a:gradFill>
          <a:ln w="10160">
            <a:solidFill>
              <a:srgbClr val="AF52DE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073" y="5344346"/>
            <a:ext cx="546038" cy="546038"/>
          </a:xfrm>
          <a:custGeom>
            <a:avLst/>
            <a:gdLst/>
            <a:ahLst/>
            <a:cxnLst/>
            <a:rect l="l" t="t" r="r" b="b"/>
            <a:pathLst>
              <a:path w="546038" h="546038">
                <a:moveTo>
                  <a:pt x="273019" y="0"/>
                </a:moveTo>
                <a:lnTo>
                  <a:pt x="273019" y="0"/>
                </a:lnTo>
                <a:cubicBezTo>
                  <a:pt x="423803" y="0"/>
                  <a:pt x="546038" y="122235"/>
                  <a:pt x="546038" y="273019"/>
                </a:cubicBezTo>
                <a:lnTo>
                  <a:pt x="546038" y="273019"/>
                </a:lnTo>
                <a:cubicBezTo>
                  <a:pt x="546038" y="423803"/>
                  <a:pt x="423803" y="546038"/>
                  <a:pt x="273019" y="546038"/>
                </a:cubicBezTo>
                <a:lnTo>
                  <a:pt x="273019" y="546038"/>
                </a:lnTo>
                <a:cubicBezTo>
                  <a:pt x="122235" y="546038"/>
                  <a:pt x="0" y="423803"/>
                  <a:pt x="0" y="273019"/>
                </a:cubicBezTo>
                <a:lnTo>
                  <a:pt x="0" y="273019"/>
                </a:lnTo>
                <a:cubicBezTo>
                  <a:pt x="0" y="122235"/>
                  <a:pt x="122235" y="0"/>
                  <a:pt x="273019" y="0"/>
                </a:cubicBezTo>
                <a:close/>
              </a:path>
            </a:pathLst>
          </a:custGeom>
          <a:solidFill>
            <a:srgbClr val="AF52DE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22115" y="5514983"/>
            <a:ext cx="255955" cy="204764"/>
          </a:xfrm>
          <a:custGeom>
            <a:avLst/>
            <a:gdLst/>
            <a:ahLst/>
            <a:cxnLst/>
            <a:rect l="l" t="t" r="r" b="b"/>
            <a:pathLst>
              <a:path w="255955" h="204764">
                <a:moveTo>
                  <a:pt x="140775" y="0"/>
                </a:moveTo>
                <a:cubicBezTo>
                  <a:pt x="140775" y="-7079"/>
                  <a:pt x="135056" y="-12798"/>
                  <a:pt x="127978" y="-12798"/>
                </a:cubicBezTo>
                <a:cubicBezTo>
                  <a:pt x="120899" y="-12798"/>
                  <a:pt x="115180" y="-7079"/>
                  <a:pt x="115180" y="0"/>
                </a:cubicBezTo>
                <a:lnTo>
                  <a:pt x="115180" y="25596"/>
                </a:lnTo>
                <a:lnTo>
                  <a:pt x="76787" y="25596"/>
                </a:lnTo>
                <a:cubicBezTo>
                  <a:pt x="55590" y="25596"/>
                  <a:pt x="38393" y="42793"/>
                  <a:pt x="38393" y="63989"/>
                </a:cubicBezTo>
                <a:lnTo>
                  <a:pt x="38393" y="153573"/>
                </a:lnTo>
                <a:cubicBezTo>
                  <a:pt x="38393" y="174769"/>
                  <a:pt x="55590" y="191966"/>
                  <a:pt x="76787" y="191966"/>
                </a:cubicBezTo>
                <a:lnTo>
                  <a:pt x="179169" y="191966"/>
                </a:lnTo>
                <a:cubicBezTo>
                  <a:pt x="200365" y="191966"/>
                  <a:pt x="217562" y="174769"/>
                  <a:pt x="217562" y="153573"/>
                </a:cubicBezTo>
                <a:lnTo>
                  <a:pt x="217562" y="63989"/>
                </a:lnTo>
                <a:cubicBezTo>
                  <a:pt x="217562" y="42793"/>
                  <a:pt x="200365" y="25596"/>
                  <a:pt x="179169" y="25596"/>
                </a:cubicBezTo>
                <a:lnTo>
                  <a:pt x="140775" y="25596"/>
                </a:lnTo>
                <a:lnTo>
                  <a:pt x="140775" y="0"/>
                </a:lnTo>
                <a:close/>
                <a:moveTo>
                  <a:pt x="63989" y="147174"/>
                </a:moveTo>
                <a:cubicBezTo>
                  <a:pt x="63989" y="141855"/>
                  <a:pt x="68268" y="137576"/>
                  <a:pt x="73587" y="137576"/>
                </a:cubicBezTo>
                <a:lnTo>
                  <a:pt x="86385" y="137576"/>
                </a:lnTo>
                <a:cubicBezTo>
                  <a:pt x="91704" y="137576"/>
                  <a:pt x="95983" y="141855"/>
                  <a:pt x="95983" y="147174"/>
                </a:cubicBezTo>
                <a:cubicBezTo>
                  <a:pt x="95983" y="152493"/>
                  <a:pt x="91704" y="156773"/>
                  <a:pt x="86385" y="156773"/>
                </a:cubicBezTo>
                <a:lnTo>
                  <a:pt x="73587" y="156773"/>
                </a:lnTo>
                <a:cubicBezTo>
                  <a:pt x="68268" y="156773"/>
                  <a:pt x="63989" y="152493"/>
                  <a:pt x="63989" y="147174"/>
                </a:cubicBezTo>
                <a:close/>
                <a:moveTo>
                  <a:pt x="111980" y="147174"/>
                </a:moveTo>
                <a:cubicBezTo>
                  <a:pt x="111980" y="141855"/>
                  <a:pt x="116260" y="137576"/>
                  <a:pt x="121579" y="137576"/>
                </a:cubicBezTo>
                <a:lnTo>
                  <a:pt x="134376" y="137576"/>
                </a:lnTo>
                <a:cubicBezTo>
                  <a:pt x="139696" y="137576"/>
                  <a:pt x="143975" y="141855"/>
                  <a:pt x="143975" y="147174"/>
                </a:cubicBezTo>
                <a:cubicBezTo>
                  <a:pt x="143975" y="152493"/>
                  <a:pt x="139696" y="156773"/>
                  <a:pt x="134376" y="156773"/>
                </a:cubicBezTo>
                <a:lnTo>
                  <a:pt x="121579" y="156773"/>
                </a:lnTo>
                <a:cubicBezTo>
                  <a:pt x="116260" y="156773"/>
                  <a:pt x="111980" y="152493"/>
                  <a:pt x="111980" y="147174"/>
                </a:cubicBezTo>
                <a:close/>
                <a:moveTo>
                  <a:pt x="159972" y="147174"/>
                </a:moveTo>
                <a:cubicBezTo>
                  <a:pt x="159972" y="141855"/>
                  <a:pt x="164251" y="137576"/>
                  <a:pt x="169570" y="137576"/>
                </a:cubicBezTo>
                <a:lnTo>
                  <a:pt x="182368" y="137576"/>
                </a:lnTo>
                <a:cubicBezTo>
                  <a:pt x="187687" y="137576"/>
                  <a:pt x="191966" y="141855"/>
                  <a:pt x="191966" y="147174"/>
                </a:cubicBezTo>
                <a:cubicBezTo>
                  <a:pt x="191966" y="152493"/>
                  <a:pt x="187687" y="156773"/>
                  <a:pt x="182368" y="156773"/>
                </a:cubicBezTo>
                <a:lnTo>
                  <a:pt x="169570" y="156773"/>
                </a:lnTo>
                <a:cubicBezTo>
                  <a:pt x="164251" y="156773"/>
                  <a:pt x="159972" y="152493"/>
                  <a:pt x="159972" y="147174"/>
                </a:cubicBezTo>
                <a:close/>
                <a:moveTo>
                  <a:pt x="89584" y="70388"/>
                </a:moveTo>
                <a:cubicBezTo>
                  <a:pt x="100179" y="70388"/>
                  <a:pt x="108781" y="78989"/>
                  <a:pt x="108781" y="89584"/>
                </a:cubicBezTo>
                <a:cubicBezTo>
                  <a:pt x="108781" y="100179"/>
                  <a:pt x="100179" y="108781"/>
                  <a:pt x="89584" y="108781"/>
                </a:cubicBezTo>
                <a:cubicBezTo>
                  <a:pt x="78989" y="108781"/>
                  <a:pt x="70388" y="100179"/>
                  <a:pt x="70388" y="89584"/>
                </a:cubicBezTo>
                <a:cubicBezTo>
                  <a:pt x="70388" y="78989"/>
                  <a:pt x="78989" y="70388"/>
                  <a:pt x="89584" y="70388"/>
                </a:cubicBezTo>
                <a:close/>
                <a:moveTo>
                  <a:pt x="147174" y="89584"/>
                </a:moveTo>
                <a:cubicBezTo>
                  <a:pt x="147174" y="78989"/>
                  <a:pt x="155776" y="70388"/>
                  <a:pt x="166371" y="70388"/>
                </a:cubicBezTo>
                <a:cubicBezTo>
                  <a:pt x="176966" y="70388"/>
                  <a:pt x="185568" y="78989"/>
                  <a:pt x="185568" y="89584"/>
                </a:cubicBezTo>
                <a:cubicBezTo>
                  <a:pt x="185568" y="100179"/>
                  <a:pt x="176966" y="108781"/>
                  <a:pt x="166371" y="108781"/>
                </a:cubicBezTo>
                <a:cubicBezTo>
                  <a:pt x="155776" y="108781"/>
                  <a:pt x="147174" y="100179"/>
                  <a:pt x="147174" y="89584"/>
                </a:cubicBezTo>
                <a:close/>
                <a:moveTo>
                  <a:pt x="25596" y="89584"/>
                </a:moveTo>
                <a:cubicBezTo>
                  <a:pt x="25596" y="82506"/>
                  <a:pt x="19877" y="76787"/>
                  <a:pt x="12798" y="76787"/>
                </a:cubicBezTo>
                <a:cubicBezTo>
                  <a:pt x="5719" y="76787"/>
                  <a:pt x="0" y="82506"/>
                  <a:pt x="0" y="89584"/>
                </a:cubicBezTo>
                <a:lnTo>
                  <a:pt x="0" y="127978"/>
                </a:lnTo>
                <a:cubicBezTo>
                  <a:pt x="0" y="135056"/>
                  <a:pt x="5719" y="140775"/>
                  <a:pt x="12798" y="140775"/>
                </a:cubicBezTo>
                <a:cubicBezTo>
                  <a:pt x="19877" y="140775"/>
                  <a:pt x="25596" y="135056"/>
                  <a:pt x="25596" y="127978"/>
                </a:cubicBezTo>
                <a:lnTo>
                  <a:pt x="25596" y="89584"/>
                </a:lnTo>
                <a:close/>
                <a:moveTo>
                  <a:pt x="243157" y="76787"/>
                </a:moveTo>
                <a:cubicBezTo>
                  <a:pt x="236079" y="76787"/>
                  <a:pt x="230360" y="82506"/>
                  <a:pt x="230360" y="89584"/>
                </a:cubicBezTo>
                <a:lnTo>
                  <a:pt x="230360" y="127978"/>
                </a:lnTo>
                <a:cubicBezTo>
                  <a:pt x="230360" y="135056"/>
                  <a:pt x="236079" y="140775"/>
                  <a:pt x="243157" y="140775"/>
                </a:cubicBezTo>
                <a:cubicBezTo>
                  <a:pt x="250236" y="140775"/>
                  <a:pt x="255955" y="135056"/>
                  <a:pt x="255955" y="127978"/>
                </a:cubicBezTo>
                <a:lnTo>
                  <a:pt x="255955" y="89584"/>
                </a:lnTo>
                <a:cubicBezTo>
                  <a:pt x="255955" y="82506"/>
                  <a:pt x="250236" y="76787"/>
                  <a:pt x="243157" y="767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44652" y="5992766"/>
            <a:ext cx="68254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System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69149" y="1455852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1969149" y="1455852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39786" y="1626488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36509" y="25596"/>
                </a:moveTo>
                <a:cubicBezTo>
                  <a:pt x="136509" y="38980"/>
                  <a:pt x="120752" y="58950"/>
                  <a:pt x="113953" y="66922"/>
                </a:cubicBezTo>
                <a:cubicBezTo>
                  <a:pt x="112940" y="68095"/>
                  <a:pt x="111447" y="68548"/>
                  <a:pt x="110087" y="68255"/>
                </a:cubicBezTo>
                <a:lnTo>
                  <a:pt x="85318" y="68255"/>
                </a:lnTo>
                <a:cubicBezTo>
                  <a:pt x="80599" y="68255"/>
                  <a:pt x="76787" y="72067"/>
                  <a:pt x="76787" y="76787"/>
                </a:cubicBezTo>
                <a:cubicBezTo>
                  <a:pt x="76787" y="81506"/>
                  <a:pt x="80599" y="85318"/>
                  <a:pt x="85318" y="85318"/>
                </a:cubicBezTo>
                <a:lnTo>
                  <a:pt x="110914" y="85318"/>
                </a:lnTo>
                <a:cubicBezTo>
                  <a:pt x="125045" y="85318"/>
                  <a:pt x="136509" y="96783"/>
                  <a:pt x="136509" y="110914"/>
                </a:cubicBezTo>
                <a:cubicBezTo>
                  <a:pt x="136509" y="125045"/>
                  <a:pt x="125045" y="136509"/>
                  <a:pt x="110914" y="136509"/>
                </a:cubicBezTo>
                <a:lnTo>
                  <a:pt x="37220" y="136509"/>
                </a:lnTo>
                <a:cubicBezTo>
                  <a:pt x="39540" y="133870"/>
                  <a:pt x="42366" y="130484"/>
                  <a:pt x="45219" y="126698"/>
                </a:cubicBezTo>
                <a:cubicBezTo>
                  <a:pt x="46898" y="124458"/>
                  <a:pt x="48631" y="122005"/>
                  <a:pt x="50285" y="119446"/>
                </a:cubicBezTo>
                <a:lnTo>
                  <a:pt x="110914" y="119446"/>
                </a:lnTo>
                <a:cubicBezTo>
                  <a:pt x="115633" y="119446"/>
                  <a:pt x="119446" y="115633"/>
                  <a:pt x="119446" y="110914"/>
                </a:cubicBezTo>
                <a:cubicBezTo>
                  <a:pt x="119446" y="106195"/>
                  <a:pt x="115633" y="102382"/>
                  <a:pt x="110914" y="102382"/>
                </a:cubicBezTo>
                <a:lnTo>
                  <a:pt x="85318" y="102382"/>
                </a:lnTo>
                <a:cubicBezTo>
                  <a:pt x="71188" y="102382"/>
                  <a:pt x="59723" y="90917"/>
                  <a:pt x="59723" y="76787"/>
                </a:cubicBezTo>
                <a:cubicBezTo>
                  <a:pt x="59723" y="62656"/>
                  <a:pt x="71188" y="51191"/>
                  <a:pt x="85318" y="51191"/>
                </a:cubicBezTo>
                <a:lnTo>
                  <a:pt x="95930" y="51191"/>
                </a:lnTo>
                <a:cubicBezTo>
                  <a:pt x="90331" y="42793"/>
                  <a:pt x="85318" y="33141"/>
                  <a:pt x="85318" y="25596"/>
                </a:cubicBezTo>
                <a:cubicBezTo>
                  <a:pt x="85318" y="11465"/>
                  <a:pt x="96783" y="0"/>
                  <a:pt x="110914" y="0"/>
                </a:cubicBezTo>
                <a:cubicBezTo>
                  <a:pt x="125045" y="0"/>
                  <a:pt x="136509" y="11465"/>
                  <a:pt x="136509" y="25596"/>
                </a:cubicBezTo>
                <a:close/>
                <a:moveTo>
                  <a:pt x="31221" y="130404"/>
                </a:moveTo>
                <a:cubicBezTo>
                  <a:pt x="30208" y="131550"/>
                  <a:pt x="29302" y="132563"/>
                  <a:pt x="28528" y="133417"/>
                </a:cubicBezTo>
                <a:lnTo>
                  <a:pt x="28048" y="133950"/>
                </a:lnTo>
                <a:lnTo>
                  <a:pt x="27995" y="133897"/>
                </a:lnTo>
                <a:cubicBezTo>
                  <a:pt x="26395" y="135123"/>
                  <a:pt x="24102" y="134963"/>
                  <a:pt x="22663" y="133417"/>
                </a:cubicBezTo>
                <a:cubicBezTo>
                  <a:pt x="15944" y="126111"/>
                  <a:pt x="0" y="107315"/>
                  <a:pt x="0" y="93850"/>
                </a:cubicBezTo>
                <a:cubicBezTo>
                  <a:pt x="0" y="79719"/>
                  <a:pt x="11465" y="68255"/>
                  <a:pt x="25596" y="68255"/>
                </a:cubicBezTo>
                <a:cubicBezTo>
                  <a:pt x="39726" y="68255"/>
                  <a:pt x="51191" y="79719"/>
                  <a:pt x="51191" y="93850"/>
                </a:cubicBezTo>
                <a:cubicBezTo>
                  <a:pt x="51191" y="101849"/>
                  <a:pt x="45565" y="111714"/>
                  <a:pt x="39593" y="119952"/>
                </a:cubicBezTo>
                <a:cubicBezTo>
                  <a:pt x="36740" y="123872"/>
                  <a:pt x="33807" y="127418"/>
                  <a:pt x="31381" y="130217"/>
                </a:cubicBezTo>
                <a:lnTo>
                  <a:pt x="31221" y="130404"/>
                </a:lnTo>
                <a:close/>
                <a:moveTo>
                  <a:pt x="34127" y="93850"/>
                </a:moveTo>
                <a:cubicBezTo>
                  <a:pt x="34127" y="89141"/>
                  <a:pt x="30304" y="85318"/>
                  <a:pt x="25596" y="85318"/>
                </a:cubicBezTo>
                <a:cubicBezTo>
                  <a:pt x="20887" y="85318"/>
                  <a:pt x="17064" y="89141"/>
                  <a:pt x="17064" y="93850"/>
                </a:cubicBezTo>
                <a:cubicBezTo>
                  <a:pt x="17064" y="98559"/>
                  <a:pt x="20887" y="102382"/>
                  <a:pt x="25596" y="102382"/>
                </a:cubicBezTo>
                <a:cubicBezTo>
                  <a:pt x="30304" y="102382"/>
                  <a:pt x="34127" y="98559"/>
                  <a:pt x="34127" y="93850"/>
                </a:cubicBezTo>
                <a:close/>
                <a:moveTo>
                  <a:pt x="110914" y="34127"/>
                </a:moveTo>
                <a:cubicBezTo>
                  <a:pt x="115623" y="34127"/>
                  <a:pt x="119446" y="30304"/>
                  <a:pt x="119446" y="25596"/>
                </a:cubicBezTo>
                <a:cubicBezTo>
                  <a:pt x="119446" y="20887"/>
                  <a:pt x="115623" y="17064"/>
                  <a:pt x="110914" y="17064"/>
                </a:cubicBezTo>
                <a:cubicBezTo>
                  <a:pt x="106205" y="17064"/>
                  <a:pt x="102382" y="20887"/>
                  <a:pt x="102382" y="25596"/>
                </a:cubicBezTo>
                <a:cubicBezTo>
                  <a:pt x="102382" y="30304"/>
                  <a:pt x="106205" y="34127"/>
                  <a:pt x="110914" y="34127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2361614" y="1592361"/>
            <a:ext cx="139069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Learning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22722" y="1865380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adaptive learning paths tailored to individual knowledge levels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82316" y="1455852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82316" y="1455852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070017" y="1626488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>
                <a:moveTo>
                  <a:pt x="83025" y="8532"/>
                </a:moveTo>
                <a:lnTo>
                  <a:pt x="85318" y="8532"/>
                </a:lnTo>
                <a:cubicBezTo>
                  <a:pt x="94730" y="8532"/>
                  <a:pt x="102382" y="16184"/>
                  <a:pt x="102382" y="25596"/>
                </a:cubicBezTo>
                <a:lnTo>
                  <a:pt x="102382" y="119446"/>
                </a:lnTo>
                <a:cubicBezTo>
                  <a:pt x="102382" y="128857"/>
                  <a:pt x="94730" y="136509"/>
                  <a:pt x="85318" y="136509"/>
                </a:cubicBezTo>
                <a:lnTo>
                  <a:pt x="17064" y="136509"/>
                </a:lnTo>
                <a:cubicBezTo>
                  <a:pt x="7652" y="136509"/>
                  <a:pt x="0" y="128857"/>
                  <a:pt x="0" y="119446"/>
                </a:cubicBezTo>
                <a:lnTo>
                  <a:pt x="0" y="25596"/>
                </a:lnTo>
                <a:cubicBezTo>
                  <a:pt x="0" y="16184"/>
                  <a:pt x="7652" y="8532"/>
                  <a:pt x="17064" y="8532"/>
                </a:cubicBezTo>
                <a:lnTo>
                  <a:pt x="19357" y="8532"/>
                </a:lnTo>
                <a:cubicBezTo>
                  <a:pt x="22289" y="3439"/>
                  <a:pt x="27808" y="0"/>
                  <a:pt x="34127" y="0"/>
                </a:cubicBezTo>
                <a:lnTo>
                  <a:pt x="68255" y="0"/>
                </a:lnTo>
                <a:cubicBezTo>
                  <a:pt x="74574" y="0"/>
                  <a:pt x="80093" y="3439"/>
                  <a:pt x="83025" y="8532"/>
                </a:cubicBezTo>
                <a:close/>
                <a:moveTo>
                  <a:pt x="66122" y="29861"/>
                </a:moveTo>
                <a:cubicBezTo>
                  <a:pt x="69668" y="29861"/>
                  <a:pt x="72521" y="27009"/>
                  <a:pt x="72521" y="23463"/>
                </a:cubicBezTo>
                <a:cubicBezTo>
                  <a:pt x="72521" y="19917"/>
                  <a:pt x="69668" y="17064"/>
                  <a:pt x="66122" y="17064"/>
                </a:cubicBezTo>
                <a:lnTo>
                  <a:pt x="36260" y="17064"/>
                </a:lnTo>
                <a:cubicBezTo>
                  <a:pt x="32714" y="17064"/>
                  <a:pt x="29861" y="19917"/>
                  <a:pt x="29861" y="23463"/>
                </a:cubicBezTo>
                <a:cubicBezTo>
                  <a:pt x="29861" y="27009"/>
                  <a:pt x="32714" y="29861"/>
                  <a:pt x="36260" y="29861"/>
                </a:cubicBezTo>
                <a:lnTo>
                  <a:pt x="66122" y="29861"/>
                </a:lnTo>
                <a:close/>
                <a:moveTo>
                  <a:pt x="73694" y="69508"/>
                </a:moveTo>
                <a:cubicBezTo>
                  <a:pt x="75560" y="66522"/>
                  <a:pt x="74654" y="62576"/>
                  <a:pt x="71667" y="60683"/>
                </a:cubicBezTo>
                <a:cubicBezTo>
                  <a:pt x="68681" y="58790"/>
                  <a:pt x="64735" y="59723"/>
                  <a:pt x="62842" y="62709"/>
                </a:cubicBezTo>
                <a:lnTo>
                  <a:pt x="46472" y="88918"/>
                </a:lnTo>
                <a:lnTo>
                  <a:pt x="39273" y="79319"/>
                </a:lnTo>
                <a:cubicBezTo>
                  <a:pt x="37140" y="76493"/>
                  <a:pt x="33141" y="75907"/>
                  <a:pt x="30315" y="78040"/>
                </a:cubicBezTo>
                <a:cubicBezTo>
                  <a:pt x="27489" y="80173"/>
                  <a:pt x="26902" y="84172"/>
                  <a:pt x="29035" y="86998"/>
                </a:cubicBezTo>
                <a:lnTo>
                  <a:pt x="41833" y="104062"/>
                </a:lnTo>
                <a:cubicBezTo>
                  <a:pt x="43086" y="105741"/>
                  <a:pt x="45112" y="106701"/>
                  <a:pt x="47218" y="106621"/>
                </a:cubicBezTo>
                <a:cubicBezTo>
                  <a:pt x="49325" y="106541"/>
                  <a:pt x="51244" y="105422"/>
                  <a:pt x="52364" y="103609"/>
                </a:cubicBezTo>
                <a:lnTo>
                  <a:pt x="73694" y="69481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9" name="Text 27"/>
          <p:cNvSpPr/>
          <p:nvPr/>
        </p:nvSpPr>
        <p:spPr>
          <a:xfrm>
            <a:off x="7274781" y="1592361"/>
            <a:ext cx="79346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 Exams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35889" y="1865380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AI-generated assessments with instant feedback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969149" y="2476900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9149" y="2476900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39786" y="2647537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7064" y="17064"/>
                </a:moveTo>
                <a:cubicBezTo>
                  <a:pt x="17064" y="12345"/>
                  <a:pt x="13251" y="8532"/>
                  <a:pt x="8532" y="8532"/>
                </a:cubicBezTo>
                <a:cubicBezTo>
                  <a:pt x="3813" y="8532"/>
                  <a:pt x="0" y="12345"/>
                  <a:pt x="0" y="17064"/>
                </a:cubicBezTo>
                <a:lnTo>
                  <a:pt x="0" y="106648"/>
                </a:lnTo>
                <a:cubicBezTo>
                  <a:pt x="0" y="118433"/>
                  <a:pt x="9545" y="127978"/>
                  <a:pt x="21330" y="127978"/>
                </a:cubicBezTo>
                <a:lnTo>
                  <a:pt x="127978" y="127978"/>
                </a:lnTo>
                <a:cubicBezTo>
                  <a:pt x="132697" y="127978"/>
                  <a:pt x="136509" y="124165"/>
                  <a:pt x="136509" y="119446"/>
                </a:cubicBezTo>
                <a:cubicBezTo>
                  <a:pt x="136509" y="114727"/>
                  <a:pt x="132697" y="110914"/>
                  <a:pt x="127978" y="110914"/>
                </a:cubicBezTo>
                <a:lnTo>
                  <a:pt x="21330" y="110914"/>
                </a:lnTo>
                <a:cubicBezTo>
                  <a:pt x="18983" y="110914"/>
                  <a:pt x="17064" y="108994"/>
                  <a:pt x="17064" y="106648"/>
                </a:cubicBezTo>
                <a:lnTo>
                  <a:pt x="17064" y="17064"/>
                </a:lnTo>
                <a:close/>
                <a:moveTo>
                  <a:pt x="125471" y="40153"/>
                </a:moveTo>
                <a:cubicBezTo>
                  <a:pt x="128804" y="36820"/>
                  <a:pt x="128804" y="31408"/>
                  <a:pt x="125471" y="28075"/>
                </a:cubicBezTo>
                <a:cubicBezTo>
                  <a:pt x="122139" y="24742"/>
                  <a:pt x="116726" y="24742"/>
                  <a:pt x="113393" y="28075"/>
                </a:cubicBezTo>
                <a:lnTo>
                  <a:pt x="85318" y="56177"/>
                </a:lnTo>
                <a:lnTo>
                  <a:pt x="70014" y="40900"/>
                </a:lnTo>
                <a:cubicBezTo>
                  <a:pt x="66682" y="37567"/>
                  <a:pt x="61269" y="37567"/>
                  <a:pt x="57937" y="40900"/>
                </a:cubicBezTo>
                <a:lnTo>
                  <a:pt x="32341" y="66495"/>
                </a:lnTo>
                <a:cubicBezTo>
                  <a:pt x="29008" y="69828"/>
                  <a:pt x="29008" y="75240"/>
                  <a:pt x="32341" y="78573"/>
                </a:cubicBezTo>
                <a:cubicBezTo>
                  <a:pt x="35674" y="81906"/>
                  <a:pt x="41086" y="81906"/>
                  <a:pt x="44419" y="78573"/>
                </a:cubicBezTo>
                <a:lnTo>
                  <a:pt x="63989" y="59003"/>
                </a:lnTo>
                <a:lnTo>
                  <a:pt x="79293" y="74307"/>
                </a:lnTo>
                <a:cubicBezTo>
                  <a:pt x="82626" y="77640"/>
                  <a:pt x="88038" y="77640"/>
                  <a:pt x="91371" y="74307"/>
                </a:cubicBezTo>
                <a:lnTo>
                  <a:pt x="125498" y="4018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4" name="Text 32"/>
          <p:cNvSpPr/>
          <p:nvPr/>
        </p:nvSpPr>
        <p:spPr>
          <a:xfrm>
            <a:off x="2361614" y="2613409"/>
            <a:ext cx="97263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Progress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122722" y="2886428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View detailed analytics on learning performance and growth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82316" y="2476900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882316" y="2476900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8" name="Shape 36"/>
          <p:cNvSpPr/>
          <p:nvPr/>
        </p:nvSpPr>
        <p:spPr>
          <a:xfrm>
            <a:off x="7052953" y="2647537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61856" y="91717"/>
                </a:moveTo>
                <a:lnTo>
                  <a:pt x="61856" y="74654"/>
                </a:lnTo>
                <a:lnTo>
                  <a:pt x="44792" y="74654"/>
                </a:lnTo>
                <a:cubicBezTo>
                  <a:pt x="41246" y="74654"/>
                  <a:pt x="38393" y="71801"/>
                  <a:pt x="38393" y="68255"/>
                </a:cubicBezTo>
                <a:cubicBezTo>
                  <a:pt x="38393" y="64709"/>
                  <a:pt x="41246" y="61856"/>
                  <a:pt x="44792" y="61856"/>
                </a:cubicBezTo>
                <a:lnTo>
                  <a:pt x="61856" y="61856"/>
                </a:lnTo>
                <a:lnTo>
                  <a:pt x="61856" y="44792"/>
                </a:lnTo>
                <a:cubicBezTo>
                  <a:pt x="61856" y="41246"/>
                  <a:pt x="64709" y="38393"/>
                  <a:pt x="68255" y="38393"/>
                </a:cubicBezTo>
                <a:cubicBezTo>
                  <a:pt x="71801" y="38393"/>
                  <a:pt x="74654" y="41246"/>
                  <a:pt x="74654" y="44792"/>
                </a:cubicBezTo>
                <a:lnTo>
                  <a:pt x="74654" y="61856"/>
                </a:lnTo>
                <a:lnTo>
                  <a:pt x="91717" y="61856"/>
                </a:lnTo>
                <a:cubicBezTo>
                  <a:pt x="95263" y="61856"/>
                  <a:pt x="98116" y="64709"/>
                  <a:pt x="98116" y="68255"/>
                </a:cubicBezTo>
                <a:cubicBezTo>
                  <a:pt x="98116" y="71801"/>
                  <a:pt x="95263" y="74654"/>
                  <a:pt x="91717" y="74654"/>
                </a:cubicBezTo>
                <a:lnTo>
                  <a:pt x="74654" y="74654"/>
                </a:lnTo>
                <a:lnTo>
                  <a:pt x="74654" y="91717"/>
                </a:lnTo>
                <a:cubicBezTo>
                  <a:pt x="74654" y="95263"/>
                  <a:pt x="71801" y="98116"/>
                  <a:pt x="68255" y="98116"/>
                </a:cubicBezTo>
                <a:cubicBezTo>
                  <a:pt x="64709" y="98116"/>
                  <a:pt x="61856" y="95263"/>
                  <a:pt x="61856" y="9171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9" name="Text 37"/>
          <p:cNvSpPr/>
          <p:nvPr/>
        </p:nvSpPr>
        <p:spPr>
          <a:xfrm>
            <a:off x="7274781" y="2613409"/>
            <a:ext cx="98116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Content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35889" y="2886428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courses, upload materials, and structure learning modules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969149" y="3497948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1969149" y="3497948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3" name="Shape 41"/>
          <p:cNvSpPr/>
          <p:nvPr/>
        </p:nvSpPr>
        <p:spPr>
          <a:xfrm>
            <a:off x="2139786" y="3668585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06248" y="3253"/>
                </a:moveTo>
                <a:lnTo>
                  <a:pt x="82732" y="26769"/>
                </a:lnTo>
                <a:lnTo>
                  <a:pt x="109741" y="53777"/>
                </a:lnTo>
                <a:lnTo>
                  <a:pt x="133257" y="30261"/>
                </a:lnTo>
                <a:cubicBezTo>
                  <a:pt x="135336" y="28155"/>
                  <a:pt x="136509" y="25329"/>
                  <a:pt x="136509" y="22396"/>
                </a:cubicBezTo>
                <a:cubicBezTo>
                  <a:pt x="136509" y="19463"/>
                  <a:pt x="135336" y="16637"/>
                  <a:pt x="133257" y="14531"/>
                </a:cubicBezTo>
                <a:lnTo>
                  <a:pt x="121979" y="3253"/>
                </a:lnTo>
                <a:cubicBezTo>
                  <a:pt x="119872" y="1173"/>
                  <a:pt x="117046" y="0"/>
                  <a:pt x="114113" y="0"/>
                </a:cubicBezTo>
                <a:cubicBezTo>
                  <a:pt x="111181" y="0"/>
                  <a:pt x="108354" y="1173"/>
                  <a:pt x="106248" y="3253"/>
                </a:cubicBezTo>
                <a:close/>
                <a:moveTo>
                  <a:pt x="73694" y="35807"/>
                </a:moveTo>
                <a:lnTo>
                  <a:pt x="3253" y="106248"/>
                </a:lnTo>
                <a:cubicBezTo>
                  <a:pt x="1173" y="108354"/>
                  <a:pt x="0" y="111181"/>
                  <a:pt x="0" y="114113"/>
                </a:cubicBezTo>
                <a:cubicBezTo>
                  <a:pt x="0" y="117046"/>
                  <a:pt x="1173" y="119872"/>
                  <a:pt x="3253" y="121979"/>
                </a:cubicBezTo>
                <a:lnTo>
                  <a:pt x="14531" y="133257"/>
                </a:lnTo>
                <a:cubicBezTo>
                  <a:pt x="16637" y="135336"/>
                  <a:pt x="19463" y="136509"/>
                  <a:pt x="22396" y="136509"/>
                </a:cubicBezTo>
                <a:cubicBezTo>
                  <a:pt x="25329" y="136509"/>
                  <a:pt x="28155" y="135336"/>
                  <a:pt x="30261" y="133257"/>
                </a:cubicBezTo>
                <a:lnTo>
                  <a:pt x="100702" y="62816"/>
                </a:lnTo>
                <a:lnTo>
                  <a:pt x="73694" y="35807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4" name="Text 42"/>
          <p:cNvSpPr/>
          <p:nvPr/>
        </p:nvSpPr>
        <p:spPr>
          <a:xfrm>
            <a:off x="2361614" y="3634458"/>
            <a:ext cx="104941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Exams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122722" y="3907477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 assessments with customizable parameters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82316" y="3497948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7" name="Shape 45"/>
          <p:cNvSpPr/>
          <p:nvPr/>
        </p:nvSpPr>
        <p:spPr>
          <a:xfrm>
            <a:off x="6882316" y="3497948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8" name="Shape 46"/>
          <p:cNvSpPr/>
          <p:nvPr/>
        </p:nvSpPr>
        <p:spPr>
          <a:xfrm>
            <a:off x="7035889" y="3668585"/>
            <a:ext cx="170637" cy="136509"/>
          </a:xfrm>
          <a:custGeom>
            <a:avLst/>
            <a:gdLst/>
            <a:ahLst/>
            <a:cxnLst/>
            <a:rect l="l" t="t" r="r" b="b"/>
            <a:pathLst>
              <a:path w="170637" h="136509">
                <a:moveTo>
                  <a:pt x="85318" y="4266"/>
                </a:moveTo>
                <a:cubicBezTo>
                  <a:pt x="100622" y="4266"/>
                  <a:pt x="113047" y="16691"/>
                  <a:pt x="113047" y="31994"/>
                </a:cubicBezTo>
                <a:cubicBezTo>
                  <a:pt x="113047" y="47298"/>
                  <a:pt x="100622" y="59723"/>
                  <a:pt x="85318" y="59723"/>
                </a:cubicBezTo>
                <a:cubicBezTo>
                  <a:pt x="70015" y="59723"/>
                  <a:pt x="57590" y="47298"/>
                  <a:pt x="57590" y="31994"/>
                </a:cubicBezTo>
                <a:cubicBezTo>
                  <a:pt x="57590" y="16691"/>
                  <a:pt x="70015" y="4266"/>
                  <a:pt x="85318" y="4266"/>
                </a:cubicBezTo>
                <a:close/>
                <a:moveTo>
                  <a:pt x="25596" y="23463"/>
                </a:moveTo>
                <a:cubicBezTo>
                  <a:pt x="36190" y="23463"/>
                  <a:pt x="44792" y="32064"/>
                  <a:pt x="44792" y="42659"/>
                </a:cubicBezTo>
                <a:cubicBezTo>
                  <a:pt x="44792" y="53254"/>
                  <a:pt x="36190" y="61856"/>
                  <a:pt x="25596" y="61856"/>
                </a:cubicBezTo>
                <a:cubicBezTo>
                  <a:pt x="15001" y="61856"/>
                  <a:pt x="6399" y="53254"/>
                  <a:pt x="6399" y="42659"/>
                </a:cubicBezTo>
                <a:cubicBezTo>
                  <a:pt x="6399" y="32064"/>
                  <a:pt x="15001" y="23463"/>
                  <a:pt x="25596" y="23463"/>
                </a:cubicBezTo>
                <a:close/>
                <a:moveTo>
                  <a:pt x="0" y="110914"/>
                </a:moveTo>
                <a:cubicBezTo>
                  <a:pt x="0" y="92064"/>
                  <a:pt x="15277" y="76787"/>
                  <a:pt x="34127" y="76787"/>
                </a:cubicBezTo>
                <a:cubicBezTo>
                  <a:pt x="37540" y="76787"/>
                  <a:pt x="40846" y="77293"/>
                  <a:pt x="43966" y="78226"/>
                </a:cubicBezTo>
                <a:cubicBezTo>
                  <a:pt x="35194" y="88038"/>
                  <a:pt x="29861" y="100996"/>
                  <a:pt x="29861" y="115180"/>
                </a:cubicBezTo>
                <a:lnTo>
                  <a:pt x="29861" y="119446"/>
                </a:lnTo>
                <a:cubicBezTo>
                  <a:pt x="29861" y="122485"/>
                  <a:pt x="30501" y="125365"/>
                  <a:pt x="31648" y="127978"/>
                </a:cubicBezTo>
                <a:lnTo>
                  <a:pt x="8532" y="127978"/>
                </a:lnTo>
                <a:cubicBezTo>
                  <a:pt x="3813" y="127978"/>
                  <a:pt x="0" y="124165"/>
                  <a:pt x="0" y="119446"/>
                </a:cubicBezTo>
                <a:lnTo>
                  <a:pt x="0" y="110914"/>
                </a:lnTo>
                <a:close/>
                <a:moveTo>
                  <a:pt x="138989" y="127978"/>
                </a:moveTo>
                <a:cubicBezTo>
                  <a:pt x="140135" y="125365"/>
                  <a:pt x="140775" y="122485"/>
                  <a:pt x="140775" y="119446"/>
                </a:cubicBezTo>
                <a:lnTo>
                  <a:pt x="140775" y="115180"/>
                </a:lnTo>
                <a:cubicBezTo>
                  <a:pt x="140775" y="100996"/>
                  <a:pt x="135443" y="88038"/>
                  <a:pt x="126671" y="78226"/>
                </a:cubicBezTo>
                <a:cubicBezTo>
                  <a:pt x="129791" y="77293"/>
                  <a:pt x="133097" y="76787"/>
                  <a:pt x="136509" y="76787"/>
                </a:cubicBezTo>
                <a:cubicBezTo>
                  <a:pt x="155359" y="76787"/>
                  <a:pt x="170637" y="92064"/>
                  <a:pt x="170637" y="110914"/>
                </a:cubicBezTo>
                <a:lnTo>
                  <a:pt x="170637" y="119446"/>
                </a:lnTo>
                <a:cubicBezTo>
                  <a:pt x="170637" y="124165"/>
                  <a:pt x="166824" y="127978"/>
                  <a:pt x="162105" y="127978"/>
                </a:cubicBezTo>
                <a:lnTo>
                  <a:pt x="138989" y="127978"/>
                </a:lnTo>
                <a:close/>
                <a:moveTo>
                  <a:pt x="125845" y="42659"/>
                </a:moveTo>
                <a:cubicBezTo>
                  <a:pt x="125845" y="32064"/>
                  <a:pt x="134446" y="23463"/>
                  <a:pt x="145041" y="23463"/>
                </a:cubicBezTo>
                <a:cubicBezTo>
                  <a:pt x="155636" y="23463"/>
                  <a:pt x="164238" y="32064"/>
                  <a:pt x="164238" y="42659"/>
                </a:cubicBezTo>
                <a:cubicBezTo>
                  <a:pt x="164238" y="53254"/>
                  <a:pt x="155636" y="61856"/>
                  <a:pt x="145041" y="61856"/>
                </a:cubicBezTo>
                <a:cubicBezTo>
                  <a:pt x="134446" y="61856"/>
                  <a:pt x="125845" y="53254"/>
                  <a:pt x="125845" y="42659"/>
                </a:cubicBezTo>
                <a:close/>
                <a:moveTo>
                  <a:pt x="42659" y="115180"/>
                </a:moveTo>
                <a:cubicBezTo>
                  <a:pt x="42659" y="91611"/>
                  <a:pt x="61749" y="72521"/>
                  <a:pt x="85318" y="72521"/>
                </a:cubicBezTo>
                <a:cubicBezTo>
                  <a:pt x="108888" y="72521"/>
                  <a:pt x="127978" y="91611"/>
                  <a:pt x="127978" y="115180"/>
                </a:cubicBezTo>
                <a:lnTo>
                  <a:pt x="127978" y="119446"/>
                </a:lnTo>
                <a:cubicBezTo>
                  <a:pt x="127978" y="124165"/>
                  <a:pt x="124165" y="127978"/>
                  <a:pt x="119446" y="127978"/>
                </a:cubicBezTo>
                <a:lnTo>
                  <a:pt x="51191" y="127978"/>
                </a:lnTo>
                <a:cubicBezTo>
                  <a:pt x="46472" y="127978"/>
                  <a:pt x="42659" y="124165"/>
                  <a:pt x="42659" y="119446"/>
                </a:cubicBezTo>
                <a:lnTo>
                  <a:pt x="42659" y="115180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9" name="Text 47"/>
          <p:cNvSpPr/>
          <p:nvPr/>
        </p:nvSpPr>
        <p:spPr>
          <a:xfrm>
            <a:off x="7274781" y="3634458"/>
            <a:ext cx="1117671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Students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35889" y="3907477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student progress, identify at-risk learners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969149" y="4518997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2" name="Shape 50"/>
          <p:cNvSpPr/>
          <p:nvPr/>
        </p:nvSpPr>
        <p:spPr>
          <a:xfrm>
            <a:off x="1969149" y="4518997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53" name="Shape 51"/>
          <p:cNvSpPr/>
          <p:nvPr/>
        </p:nvSpPr>
        <p:spPr>
          <a:xfrm>
            <a:off x="2122722" y="4689634"/>
            <a:ext cx="170637" cy="136509"/>
          </a:xfrm>
          <a:custGeom>
            <a:avLst/>
            <a:gdLst/>
            <a:ahLst/>
            <a:cxnLst/>
            <a:rect l="l" t="t" r="r" b="b"/>
            <a:pathLst>
              <a:path w="170637" h="136509">
                <a:moveTo>
                  <a:pt x="68388" y="2133"/>
                </a:moveTo>
                <a:cubicBezTo>
                  <a:pt x="86046" y="2133"/>
                  <a:pt x="100382" y="16469"/>
                  <a:pt x="100382" y="34127"/>
                </a:cubicBezTo>
                <a:cubicBezTo>
                  <a:pt x="100382" y="51786"/>
                  <a:pt x="86046" y="66122"/>
                  <a:pt x="68388" y="66122"/>
                </a:cubicBezTo>
                <a:cubicBezTo>
                  <a:pt x="50730" y="66122"/>
                  <a:pt x="36394" y="51786"/>
                  <a:pt x="36394" y="34127"/>
                </a:cubicBezTo>
                <a:cubicBezTo>
                  <a:pt x="36394" y="16469"/>
                  <a:pt x="50730" y="2133"/>
                  <a:pt x="68388" y="2133"/>
                </a:cubicBezTo>
                <a:close/>
                <a:moveTo>
                  <a:pt x="60443" y="81052"/>
                </a:moveTo>
                <a:lnTo>
                  <a:pt x="76280" y="81052"/>
                </a:lnTo>
                <a:lnTo>
                  <a:pt x="76680" y="81052"/>
                </a:lnTo>
                <a:cubicBezTo>
                  <a:pt x="73241" y="88198"/>
                  <a:pt x="74600" y="96570"/>
                  <a:pt x="79746" y="102249"/>
                </a:cubicBezTo>
                <a:cubicBezTo>
                  <a:pt x="74360" y="108194"/>
                  <a:pt x="73134" y="117126"/>
                  <a:pt x="77240" y="124485"/>
                </a:cubicBezTo>
                <a:lnTo>
                  <a:pt x="83239" y="135256"/>
                </a:lnTo>
                <a:cubicBezTo>
                  <a:pt x="83479" y="135683"/>
                  <a:pt x="83745" y="136110"/>
                  <a:pt x="84012" y="136509"/>
                </a:cubicBezTo>
                <a:lnTo>
                  <a:pt x="20823" y="136509"/>
                </a:lnTo>
                <a:cubicBezTo>
                  <a:pt x="16450" y="136509"/>
                  <a:pt x="12904" y="132963"/>
                  <a:pt x="12904" y="128591"/>
                </a:cubicBezTo>
                <a:cubicBezTo>
                  <a:pt x="12904" y="102329"/>
                  <a:pt x="34181" y="81052"/>
                  <a:pt x="60443" y="81052"/>
                </a:cubicBezTo>
                <a:close/>
                <a:moveTo>
                  <a:pt x="115340" y="66015"/>
                </a:moveTo>
                <a:cubicBezTo>
                  <a:pt x="115340" y="62469"/>
                  <a:pt x="118193" y="59616"/>
                  <a:pt x="121739" y="59616"/>
                </a:cubicBezTo>
                <a:lnTo>
                  <a:pt x="134536" y="59616"/>
                </a:lnTo>
                <a:cubicBezTo>
                  <a:pt x="138083" y="59616"/>
                  <a:pt x="140935" y="62469"/>
                  <a:pt x="140935" y="66015"/>
                </a:cubicBezTo>
                <a:lnTo>
                  <a:pt x="140935" y="67641"/>
                </a:lnTo>
                <a:cubicBezTo>
                  <a:pt x="140935" y="72681"/>
                  <a:pt x="147361" y="76387"/>
                  <a:pt x="151733" y="73880"/>
                </a:cubicBezTo>
                <a:lnTo>
                  <a:pt x="153067" y="73107"/>
                </a:lnTo>
                <a:cubicBezTo>
                  <a:pt x="156159" y="71321"/>
                  <a:pt x="160132" y="72414"/>
                  <a:pt x="161865" y="75533"/>
                </a:cubicBezTo>
                <a:lnTo>
                  <a:pt x="167837" y="86252"/>
                </a:lnTo>
                <a:cubicBezTo>
                  <a:pt x="169490" y="89238"/>
                  <a:pt x="168531" y="92970"/>
                  <a:pt x="165651" y="94783"/>
                </a:cubicBezTo>
                <a:lnTo>
                  <a:pt x="164398" y="95557"/>
                </a:lnTo>
                <a:cubicBezTo>
                  <a:pt x="160079" y="98249"/>
                  <a:pt x="160079" y="106195"/>
                  <a:pt x="164398" y="108914"/>
                </a:cubicBezTo>
                <a:lnTo>
                  <a:pt x="165624" y="109687"/>
                </a:lnTo>
                <a:cubicBezTo>
                  <a:pt x="168504" y="111500"/>
                  <a:pt x="169490" y="115233"/>
                  <a:pt x="167837" y="118219"/>
                </a:cubicBezTo>
                <a:lnTo>
                  <a:pt x="161838" y="128991"/>
                </a:lnTo>
                <a:cubicBezTo>
                  <a:pt x="160105" y="132110"/>
                  <a:pt x="156133" y="133230"/>
                  <a:pt x="153040" y="131417"/>
                </a:cubicBezTo>
                <a:lnTo>
                  <a:pt x="151733" y="130644"/>
                </a:lnTo>
                <a:cubicBezTo>
                  <a:pt x="147361" y="128111"/>
                  <a:pt x="140935" y="131844"/>
                  <a:pt x="140935" y="136883"/>
                </a:cubicBezTo>
                <a:lnTo>
                  <a:pt x="140935" y="138509"/>
                </a:lnTo>
                <a:cubicBezTo>
                  <a:pt x="140935" y="142055"/>
                  <a:pt x="138083" y="144908"/>
                  <a:pt x="134536" y="144908"/>
                </a:cubicBezTo>
                <a:lnTo>
                  <a:pt x="121739" y="144908"/>
                </a:lnTo>
                <a:cubicBezTo>
                  <a:pt x="118193" y="144908"/>
                  <a:pt x="115340" y="142055"/>
                  <a:pt x="115340" y="138509"/>
                </a:cubicBezTo>
                <a:lnTo>
                  <a:pt x="115340" y="136936"/>
                </a:lnTo>
                <a:cubicBezTo>
                  <a:pt x="115340" y="131870"/>
                  <a:pt x="108888" y="128138"/>
                  <a:pt x="104488" y="130670"/>
                </a:cubicBezTo>
                <a:lnTo>
                  <a:pt x="103209" y="131417"/>
                </a:lnTo>
                <a:cubicBezTo>
                  <a:pt x="100116" y="133203"/>
                  <a:pt x="96170" y="132110"/>
                  <a:pt x="94410" y="128991"/>
                </a:cubicBezTo>
                <a:lnTo>
                  <a:pt x="88385" y="118219"/>
                </a:lnTo>
                <a:cubicBezTo>
                  <a:pt x="86731" y="115233"/>
                  <a:pt x="87691" y="111474"/>
                  <a:pt x="90597" y="109661"/>
                </a:cubicBezTo>
                <a:lnTo>
                  <a:pt x="91771" y="108941"/>
                </a:lnTo>
                <a:cubicBezTo>
                  <a:pt x="96117" y="106248"/>
                  <a:pt x="96117" y="98249"/>
                  <a:pt x="91771" y="95557"/>
                </a:cubicBezTo>
                <a:lnTo>
                  <a:pt x="90571" y="94810"/>
                </a:lnTo>
                <a:cubicBezTo>
                  <a:pt x="87665" y="92997"/>
                  <a:pt x="86705" y="89238"/>
                  <a:pt x="88358" y="86252"/>
                </a:cubicBezTo>
                <a:lnTo>
                  <a:pt x="94357" y="75507"/>
                </a:lnTo>
                <a:cubicBezTo>
                  <a:pt x="96090" y="72387"/>
                  <a:pt x="100062" y="71294"/>
                  <a:pt x="103129" y="73081"/>
                </a:cubicBezTo>
                <a:lnTo>
                  <a:pt x="104408" y="73827"/>
                </a:lnTo>
                <a:cubicBezTo>
                  <a:pt x="108808" y="76360"/>
                  <a:pt x="115260" y="72627"/>
                  <a:pt x="115260" y="67562"/>
                </a:cubicBezTo>
                <a:lnTo>
                  <a:pt x="115260" y="65988"/>
                </a:lnTo>
                <a:close/>
                <a:moveTo>
                  <a:pt x="141975" y="102329"/>
                </a:moveTo>
                <a:cubicBezTo>
                  <a:pt x="141975" y="94677"/>
                  <a:pt x="135763" y="88465"/>
                  <a:pt x="128111" y="88465"/>
                </a:cubicBezTo>
                <a:cubicBezTo>
                  <a:pt x="120459" y="88465"/>
                  <a:pt x="114247" y="94677"/>
                  <a:pt x="114247" y="102329"/>
                </a:cubicBezTo>
                <a:cubicBezTo>
                  <a:pt x="114247" y="109981"/>
                  <a:pt x="120459" y="116193"/>
                  <a:pt x="128111" y="116193"/>
                </a:cubicBezTo>
                <a:cubicBezTo>
                  <a:pt x="135763" y="116193"/>
                  <a:pt x="141975" y="109981"/>
                  <a:pt x="141975" y="102329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54" name="Text 52"/>
          <p:cNvSpPr/>
          <p:nvPr/>
        </p:nvSpPr>
        <p:spPr>
          <a:xfrm>
            <a:off x="2361614" y="4655506"/>
            <a:ext cx="117739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2122722" y="4928525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user accounts, roles, and permissions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882316" y="4518997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7" name="Shape 55"/>
          <p:cNvSpPr/>
          <p:nvPr/>
        </p:nvSpPr>
        <p:spPr>
          <a:xfrm>
            <a:off x="6882316" y="4518997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58" name="Shape 56"/>
          <p:cNvSpPr/>
          <p:nvPr/>
        </p:nvSpPr>
        <p:spPr>
          <a:xfrm>
            <a:off x="7052953" y="4689634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52018" y="2533"/>
                </a:moveTo>
                <a:cubicBezTo>
                  <a:pt x="52817" y="-1413"/>
                  <a:pt x="56310" y="-4266"/>
                  <a:pt x="60363" y="-4266"/>
                </a:cubicBezTo>
                <a:lnTo>
                  <a:pt x="76307" y="-4266"/>
                </a:lnTo>
                <a:cubicBezTo>
                  <a:pt x="80359" y="-4266"/>
                  <a:pt x="83852" y="-1413"/>
                  <a:pt x="84652" y="2533"/>
                </a:cubicBezTo>
                <a:lnTo>
                  <a:pt x="88518" y="21196"/>
                </a:lnTo>
                <a:cubicBezTo>
                  <a:pt x="92277" y="22796"/>
                  <a:pt x="95797" y="24849"/>
                  <a:pt x="98996" y="27275"/>
                </a:cubicBezTo>
                <a:lnTo>
                  <a:pt x="117073" y="21276"/>
                </a:lnTo>
                <a:cubicBezTo>
                  <a:pt x="120912" y="19997"/>
                  <a:pt x="125125" y="21596"/>
                  <a:pt x="127151" y="25116"/>
                </a:cubicBezTo>
                <a:lnTo>
                  <a:pt x="135123" y="38927"/>
                </a:lnTo>
                <a:cubicBezTo>
                  <a:pt x="137149" y="42446"/>
                  <a:pt x="136429" y="46872"/>
                  <a:pt x="133390" y="49565"/>
                </a:cubicBezTo>
                <a:lnTo>
                  <a:pt x="119179" y="62202"/>
                </a:lnTo>
                <a:cubicBezTo>
                  <a:pt x="119419" y="64175"/>
                  <a:pt x="119526" y="66202"/>
                  <a:pt x="119526" y="68255"/>
                </a:cubicBezTo>
                <a:cubicBezTo>
                  <a:pt x="119526" y="70308"/>
                  <a:pt x="119392" y="72334"/>
                  <a:pt x="119179" y="74307"/>
                </a:cubicBezTo>
                <a:lnTo>
                  <a:pt x="133417" y="86971"/>
                </a:lnTo>
                <a:cubicBezTo>
                  <a:pt x="136456" y="89664"/>
                  <a:pt x="137149" y="94117"/>
                  <a:pt x="135150" y="97610"/>
                </a:cubicBezTo>
                <a:lnTo>
                  <a:pt x="127178" y="111421"/>
                </a:lnTo>
                <a:cubicBezTo>
                  <a:pt x="125151" y="114913"/>
                  <a:pt x="120939" y="116540"/>
                  <a:pt x="117100" y="115260"/>
                </a:cubicBezTo>
                <a:lnTo>
                  <a:pt x="99023" y="109261"/>
                </a:lnTo>
                <a:cubicBezTo>
                  <a:pt x="95797" y="111687"/>
                  <a:pt x="92277" y="113713"/>
                  <a:pt x="88545" y="115340"/>
                </a:cubicBezTo>
                <a:lnTo>
                  <a:pt x="84705" y="133977"/>
                </a:lnTo>
                <a:cubicBezTo>
                  <a:pt x="83879" y="137949"/>
                  <a:pt x="80386" y="140775"/>
                  <a:pt x="76360" y="140775"/>
                </a:cubicBezTo>
                <a:lnTo>
                  <a:pt x="60416" y="140775"/>
                </a:lnTo>
                <a:cubicBezTo>
                  <a:pt x="56363" y="140775"/>
                  <a:pt x="52871" y="137923"/>
                  <a:pt x="52071" y="133977"/>
                </a:cubicBezTo>
                <a:lnTo>
                  <a:pt x="48232" y="115340"/>
                </a:lnTo>
                <a:cubicBezTo>
                  <a:pt x="44472" y="113740"/>
                  <a:pt x="40979" y="111687"/>
                  <a:pt x="37753" y="109261"/>
                </a:cubicBezTo>
                <a:lnTo>
                  <a:pt x="19597" y="115260"/>
                </a:lnTo>
                <a:cubicBezTo>
                  <a:pt x="15757" y="116540"/>
                  <a:pt x="11545" y="114940"/>
                  <a:pt x="9518" y="111421"/>
                </a:cubicBezTo>
                <a:lnTo>
                  <a:pt x="1546" y="97610"/>
                </a:lnTo>
                <a:cubicBezTo>
                  <a:pt x="-480" y="94090"/>
                  <a:pt x="240" y="89664"/>
                  <a:pt x="3279" y="86971"/>
                </a:cubicBezTo>
                <a:lnTo>
                  <a:pt x="17517" y="74307"/>
                </a:lnTo>
                <a:cubicBezTo>
                  <a:pt x="17277" y="72334"/>
                  <a:pt x="17170" y="70308"/>
                  <a:pt x="17170" y="68255"/>
                </a:cubicBezTo>
                <a:cubicBezTo>
                  <a:pt x="17170" y="66202"/>
                  <a:pt x="17304" y="64175"/>
                  <a:pt x="17517" y="62202"/>
                </a:cubicBezTo>
                <a:lnTo>
                  <a:pt x="3279" y="49538"/>
                </a:lnTo>
                <a:cubicBezTo>
                  <a:pt x="240" y="46845"/>
                  <a:pt x="-453" y="42393"/>
                  <a:pt x="1546" y="38900"/>
                </a:cubicBezTo>
                <a:lnTo>
                  <a:pt x="9518" y="25089"/>
                </a:lnTo>
                <a:cubicBezTo>
                  <a:pt x="11545" y="21570"/>
                  <a:pt x="15757" y="19970"/>
                  <a:pt x="19597" y="21250"/>
                </a:cubicBezTo>
                <a:lnTo>
                  <a:pt x="37673" y="27249"/>
                </a:lnTo>
                <a:cubicBezTo>
                  <a:pt x="40900" y="24822"/>
                  <a:pt x="44419" y="22796"/>
                  <a:pt x="48152" y="21170"/>
                </a:cubicBezTo>
                <a:lnTo>
                  <a:pt x="52018" y="2533"/>
                </a:lnTo>
                <a:close/>
                <a:moveTo>
                  <a:pt x="68335" y="89584"/>
                </a:moveTo>
                <a:cubicBezTo>
                  <a:pt x="75955" y="89556"/>
                  <a:pt x="82981" y="85464"/>
                  <a:pt x="86767" y="78850"/>
                </a:cubicBezTo>
                <a:cubicBezTo>
                  <a:pt x="90552" y="72237"/>
                  <a:pt x="90522" y="64106"/>
                  <a:pt x="86687" y="57521"/>
                </a:cubicBezTo>
                <a:cubicBezTo>
                  <a:pt x="82852" y="50936"/>
                  <a:pt x="75795" y="46897"/>
                  <a:pt x="68175" y="46925"/>
                </a:cubicBezTo>
                <a:cubicBezTo>
                  <a:pt x="60554" y="46954"/>
                  <a:pt x="53528" y="51046"/>
                  <a:pt x="49743" y="57659"/>
                </a:cubicBezTo>
                <a:cubicBezTo>
                  <a:pt x="45957" y="64273"/>
                  <a:pt x="45988" y="72404"/>
                  <a:pt x="49823" y="78989"/>
                </a:cubicBezTo>
                <a:cubicBezTo>
                  <a:pt x="53658" y="85574"/>
                  <a:pt x="60714" y="89613"/>
                  <a:pt x="68335" y="89584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59" name="Text 57"/>
          <p:cNvSpPr/>
          <p:nvPr/>
        </p:nvSpPr>
        <p:spPr>
          <a:xfrm>
            <a:off x="7274781" y="4655506"/>
            <a:ext cx="955566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Config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035889" y="4928525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platform settings and integrations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969149" y="5540045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2" name="Shape 60"/>
          <p:cNvSpPr/>
          <p:nvPr/>
        </p:nvSpPr>
        <p:spPr>
          <a:xfrm>
            <a:off x="1969149" y="5540045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3" name="Shape 61"/>
          <p:cNvSpPr/>
          <p:nvPr/>
        </p:nvSpPr>
        <p:spPr>
          <a:xfrm>
            <a:off x="2139786" y="5710682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31994" y="14931"/>
                </a:moveTo>
                <a:cubicBezTo>
                  <a:pt x="31994" y="6692"/>
                  <a:pt x="38687" y="0"/>
                  <a:pt x="46925" y="0"/>
                </a:cubicBezTo>
                <a:lnTo>
                  <a:pt x="53324" y="0"/>
                </a:lnTo>
                <a:cubicBezTo>
                  <a:pt x="58043" y="0"/>
                  <a:pt x="61856" y="3813"/>
                  <a:pt x="61856" y="8532"/>
                </a:cubicBezTo>
                <a:lnTo>
                  <a:pt x="61856" y="127978"/>
                </a:lnTo>
                <a:cubicBezTo>
                  <a:pt x="61856" y="132697"/>
                  <a:pt x="58043" y="136509"/>
                  <a:pt x="53324" y="136509"/>
                </a:cubicBezTo>
                <a:lnTo>
                  <a:pt x="44792" y="136509"/>
                </a:lnTo>
                <a:cubicBezTo>
                  <a:pt x="36847" y="136509"/>
                  <a:pt x="30155" y="131070"/>
                  <a:pt x="28262" y="123712"/>
                </a:cubicBezTo>
                <a:cubicBezTo>
                  <a:pt x="28075" y="123712"/>
                  <a:pt x="27915" y="123712"/>
                  <a:pt x="27728" y="123712"/>
                </a:cubicBezTo>
                <a:cubicBezTo>
                  <a:pt x="15944" y="123712"/>
                  <a:pt x="6399" y="114167"/>
                  <a:pt x="6399" y="102382"/>
                </a:cubicBezTo>
                <a:cubicBezTo>
                  <a:pt x="6399" y="97583"/>
                  <a:pt x="7999" y="93157"/>
                  <a:pt x="10665" y="89584"/>
                </a:cubicBezTo>
                <a:cubicBezTo>
                  <a:pt x="5492" y="85692"/>
                  <a:pt x="2133" y="79506"/>
                  <a:pt x="2133" y="72521"/>
                </a:cubicBezTo>
                <a:cubicBezTo>
                  <a:pt x="2133" y="64282"/>
                  <a:pt x="6825" y="57110"/>
                  <a:pt x="13651" y="53564"/>
                </a:cubicBezTo>
                <a:cubicBezTo>
                  <a:pt x="11758" y="50365"/>
                  <a:pt x="10665" y="46632"/>
                  <a:pt x="10665" y="42659"/>
                </a:cubicBezTo>
                <a:cubicBezTo>
                  <a:pt x="10665" y="30875"/>
                  <a:pt x="20210" y="21330"/>
                  <a:pt x="31994" y="21330"/>
                </a:cubicBezTo>
                <a:lnTo>
                  <a:pt x="31994" y="14931"/>
                </a:lnTo>
                <a:close/>
                <a:moveTo>
                  <a:pt x="104515" y="14931"/>
                </a:moveTo>
                <a:lnTo>
                  <a:pt x="104515" y="21330"/>
                </a:lnTo>
                <a:cubicBezTo>
                  <a:pt x="116300" y="21330"/>
                  <a:pt x="125845" y="30875"/>
                  <a:pt x="125845" y="42659"/>
                </a:cubicBezTo>
                <a:cubicBezTo>
                  <a:pt x="125845" y="46659"/>
                  <a:pt x="124752" y="50391"/>
                  <a:pt x="122859" y="53564"/>
                </a:cubicBezTo>
                <a:cubicBezTo>
                  <a:pt x="129711" y="57110"/>
                  <a:pt x="134376" y="64255"/>
                  <a:pt x="134376" y="72521"/>
                </a:cubicBezTo>
                <a:cubicBezTo>
                  <a:pt x="134376" y="79506"/>
                  <a:pt x="131017" y="85692"/>
                  <a:pt x="125845" y="89584"/>
                </a:cubicBezTo>
                <a:cubicBezTo>
                  <a:pt x="128511" y="93157"/>
                  <a:pt x="130111" y="97583"/>
                  <a:pt x="130111" y="102382"/>
                </a:cubicBezTo>
                <a:cubicBezTo>
                  <a:pt x="130111" y="114167"/>
                  <a:pt x="120566" y="123712"/>
                  <a:pt x="108781" y="123712"/>
                </a:cubicBezTo>
                <a:cubicBezTo>
                  <a:pt x="108594" y="123712"/>
                  <a:pt x="108434" y="123712"/>
                  <a:pt x="108248" y="123712"/>
                </a:cubicBezTo>
                <a:cubicBezTo>
                  <a:pt x="106355" y="131070"/>
                  <a:pt x="99663" y="136509"/>
                  <a:pt x="91717" y="136509"/>
                </a:cubicBezTo>
                <a:lnTo>
                  <a:pt x="83185" y="136509"/>
                </a:lnTo>
                <a:cubicBezTo>
                  <a:pt x="78466" y="136509"/>
                  <a:pt x="74654" y="132697"/>
                  <a:pt x="74654" y="127978"/>
                </a:cubicBezTo>
                <a:lnTo>
                  <a:pt x="74654" y="8532"/>
                </a:lnTo>
                <a:cubicBezTo>
                  <a:pt x="74654" y="3813"/>
                  <a:pt x="78466" y="0"/>
                  <a:pt x="83185" y="0"/>
                </a:cubicBezTo>
                <a:lnTo>
                  <a:pt x="89584" y="0"/>
                </a:lnTo>
                <a:cubicBezTo>
                  <a:pt x="97823" y="0"/>
                  <a:pt x="104515" y="6692"/>
                  <a:pt x="104515" y="14931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4" name="Text 62"/>
          <p:cNvSpPr/>
          <p:nvPr/>
        </p:nvSpPr>
        <p:spPr>
          <a:xfrm>
            <a:off x="2361614" y="5676555"/>
            <a:ext cx="116033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Learning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2122722" y="5949574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learning paths using AI Agents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882316" y="5540045"/>
            <a:ext cx="4760767" cy="716675"/>
          </a:xfrm>
          <a:custGeom>
            <a:avLst/>
            <a:gdLst/>
            <a:ahLst/>
            <a:cxnLst/>
            <a:rect l="l" t="t" r="r" b="b"/>
            <a:pathLst>
              <a:path w="4760767" h="716675">
                <a:moveTo>
                  <a:pt x="34127" y="0"/>
                </a:moveTo>
                <a:lnTo>
                  <a:pt x="4658383" y="0"/>
                </a:lnTo>
                <a:cubicBezTo>
                  <a:pt x="4714928" y="0"/>
                  <a:pt x="4760767" y="45839"/>
                  <a:pt x="4760767" y="102384"/>
                </a:cubicBezTo>
                <a:lnTo>
                  <a:pt x="4760767" y="614290"/>
                </a:lnTo>
                <a:cubicBezTo>
                  <a:pt x="4760767" y="670836"/>
                  <a:pt x="4714928" y="716675"/>
                  <a:pt x="4658383" y="716675"/>
                </a:cubicBez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7" name="Shape 65"/>
          <p:cNvSpPr/>
          <p:nvPr/>
        </p:nvSpPr>
        <p:spPr>
          <a:xfrm>
            <a:off x="6882316" y="5540045"/>
            <a:ext cx="34127" cy="716675"/>
          </a:xfrm>
          <a:custGeom>
            <a:avLst/>
            <a:gdLst/>
            <a:ahLst/>
            <a:cxnLst/>
            <a:rect l="l" t="t" r="r" b="b"/>
            <a:pathLst>
              <a:path w="34127" h="716675">
                <a:moveTo>
                  <a:pt x="34127" y="0"/>
                </a:moveTo>
                <a:lnTo>
                  <a:pt x="34127" y="0"/>
                </a:lnTo>
                <a:lnTo>
                  <a:pt x="34127" y="716675"/>
                </a:lnTo>
                <a:lnTo>
                  <a:pt x="34127" y="716675"/>
                </a:lnTo>
                <a:cubicBezTo>
                  <a:pt x="15279" y="716675"/>
                  <a:pt x="0" y="701395"/>
                  <a:pt x="0" y="68254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8" name="Shape 66"/>
          <p:cNvSpPr/>
          <p:nvPr/>
        </p:nvSpPr>
        <p:spPr>
          <a:xfrm>
            <a:off x="7052953" y="5710682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136509"/>
                </a:moveTo>
                <a:cubicBezTo>
                  <a:pt x="105926" y="136509"/>
                  <a:pt x="136509" y="105926"/>
                  <a:pt x="136509" y="68255"/>
                </a:cubicBezTo>
                <a:cubicBezTo>
                  <a:pt x="136509" y="30584"/>
                  <a:pt x="105926" y="0"/>
                  <a:pt x="68255" y="0"/>
                </a:cubicBezTo>
                <a:cubicBezTo>
                  <a:pt x="30584" y="0"/>
                  <a:pt x="0" y="30584"/>
                  <a:pt x="0" y="68255"/>
                </a:cubicBezTo>
                <a:cubicBezTo>
                  <a:pt x="0" y="105926"/>
                  <a:pt x="30584" y="136509"/>
                  <a:pt x="68255" y="136509"/>
                </a:cubicBezTo>
                <a:close/>
                <a:moveTo>
                  <a:pt x="68255" y="46925"/>
                </a:moveTo>
                <a:cubicBezTo>
                  <a:pt x="63536" y="46925"/>
                  <a:pt x="59723" y="50738"/>
                  <a:pt x="59723" y="55457"/>
                </a:cubicBezTo>
                <a:cubicBezTo>
                  <a:pt x="59723" y="59003"/>
                  <a:pt x="56870" y="61856"/>
                  <a:pt x="53324" y="61856"/>
                </a:cubicBezTo>
                <a:cubicBezTo>
                  <a:pt x="49778" y="61856"/>
                  <a:pt x="46925" y="59003"/>
                  <a:pt x="46925" y="55457"/>
                </a:cubicBezTo>
                <a:cubicBezTo>
                  <a:pt x="46925" y="43672"/>
                  <a:pt x="56470" y="34127"/>
                  <a:pt x="68255" y="34127"/>
                </a:cubicBezTo>
                <a:cubicBezTo>
                  <a:pt x="80039" y="34127"/>
                  <a:pt x="89584" y="43672"/>
                  <a:pt x="89584" y="55457"/>
                </a:cubicBezTo>
                <a:cubicBezTo>
                  <a:pt x="89584" y="68041"/>
                  <a:pt x="79986" y="73374"/>
                  <a:pt x="74654" y="75320"/>
                </a:cubicBezTo>
                <a:lnTo>
                  <a:pt x="74654" y="76333"/>
                </a:lnTo>
                <a:cubicBezTo>
                  <a:pt x="74654" y="79879"/>
                  <a:pt x="71801" y="82732"/>
                  <a:pt x="68255" y="82732"/>
                </a:cubicBezTo>
                <a:cubicBezTo>
                  <a:pt x="64709" y="82732"/>
                  <a:pt x="61856" y="79879"/>
                  <a:pt x="61856" y="76333"/>
                </a:cubicBezTo>
                <a:lnTo>
                  <a:pt x="61856" y="74174"/>
                </a:lnTo>
                <a:cubicBezTo>
                  <a:pt x="61856" y="68708"/>
                  <a:pt x="65802" y="64789"/>
                  <a:pt x="69881" y="63456"/>
                </a:cubicBezTo>
                <a:cubicBezTo>
                  <a:pt x="71587" y="62896"/>
                  <a:pt x="73400" y="61989"/>
                  <a:pt x="74734" y="60709"/>
                </a:cubicBezTo>
                <a:cubicBezTo>
                  <a:pt x="75880" y="59590"/>
                  <a:pt x="76787" y="58043"/>
                  <a:pt x="76787" y="55484"/>
                </a:cubicBezTo>
                <a:cubicBezTo>
                  <a:pt x="76787" y="50764"/>
                  <a:pt x="72974" y="46952"/>
                  <a:pt x="68255" y="46952"/>
                </a:cubicBezTo>
                <a:close/>
                <a:moveTo>
                  <a:pt x="59723" y="98116"/>
                </a:moveTo>
                <a:cubicBezTo>
                  <a:pt x="59723" y="93407"/>
                  <a:pt x="63546" y="89584"/>
                  <a:pt x="68255" y="89584"/>
                </a:cubicBezTo>
                <a:cubicBezTo>
                  <a:pt x="72964" y="89584"/>
                  <a:pt x="76787" y="93407"/>
                  <a:pt x="76787" y="98116"/>
                </a:cubicBezTo>
                <a:cubicBezTo>
                  <a:pt x="76787" y="102825"/>
                  <a:pt x="72964" y="106648"/>
                  <a:pt x="68255" y="106648"/>
                </a:cubicBezTo>
                <a:cubicBezTo>
                  <a:pt x="63546" y="106648"/>
                  <a:pt x="59723" y="102825"/>
                  <a:pt x="59723" y="98116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9" name="Text 67"/>
          <p:cNvSpPr/>
          <p:nvPr/>
        </p:nvSpPr>
        <p:spPr>
          <a:xfrm>
            <a:off x="7274781" y="5676555"/>
            <a:ext cx="130537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Generation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035889" y="5949574"/>
            <a:ext cx="45304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diverse question types from content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665385" y="6723090"/>
            <a:ext cx="102382" cy="102382"/>
          </a:xfrm>
          <a:custGeom>
            <a:avLst/>
            <a:gdLst/>
            <a:ahLst/>
            <a:cxnLst/>
            <a:rect l="l" t="t" r="r" b="b"/>
            <a:pathLst>
              <a:path w="102382" h="102382">
                <a:moveTo>
                  <a:pt x="51191" y="0"/>
                </a:moveTo>
                <a:lnTo>
                  <a:pt x="51191" y="0"/>
                </a:lnTo>
                <a:cubicBezTo>
                  <a:pt x="79444" y="0"/>
                  <a:pt x="102382" y="22938"/>
                  <a:pt x="102382" y="51191"/>
                </a:cubicBezTo>
                <a:lnTo>
                  <a:pt x="102382" y="51191"/>
                </a:lnTo>
                <a:cubicBezTo>
                  <a:pt x="102382" y="79444"/>
                  <a:pt x="79444" y="102382"/>
                  <a:pt x="51191" y="102382"/>
                </a:cubicBezTo>
                <a:lnTo>
                  <a:pt x="51191" y="102382"/>
                </a:lnTo>
                <a:cubicBezTo>
                  <a:pt x="22938" y="102382"/>
                  <a:pt x="0" y="79444"/>
                  <a:pt x="0" y="51191"/>
                </a:cubicBezTo>
                <a:lnTo>
                  <a:pt x="0" y="51191"/>
                </a:lnTo>
                <a:cubicBezTo>
                  <a:pt x="0" y="22938"/>
                  <a:pt x="22938" y="0"/>
                  <a:pt x="51191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72" name="Text 70"/>
          <p:cNvSpPr/>
          <p:nvPr/>
        </p:nvSpPr>
        <p:spPr>
          <a:xfrm>
            <a:off x="3836022" y="6688963"/>
            <a:ext cx="102382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Functions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004031" y="6723090"/>
            <a:ext cx="102382" cy="102382"/>
          </a:xfrm>
          <a:custGeom>
            <a:avLst/>
            <a:gdLst/>
            <a:ahLst/>
            <a:cxnLst/>
            <a:rect l="l" t="t" r="r" b="b"/>
            <a:pathLst>
              <a:path w="102382" h="102382">
                <a:moveTo>
                  <a:pt x="51191" y="0"/>
                </a:moveTo>
                <a:lnTo>
                  <a:pt x="51191" y="0"/>
                </a:lnTo>
                <a:cubicBezTo>
                  <a:pt x="79444" y="0"/>
                  <a:pt x="102382" y="22938"/>
                  <a:pt x="102382" y="51191"/>
                </a:cubicBezTo>
                <a:lnTo>
                  <a:pt x="102382" y="51191"/>
                </a:lnTo>
                <a:cubicBezTo>
                  <a:pt x="102382" y="79444"/>
                  <a:pt x="79444" y="102382"/>
                  <a:pt x="51191" y="102382"/>
                </a:cubicBezTo>
                <a:lnTo>
                  <a:pt x="51191" y="102382"/>
                </a:lnTo>
                <a:cubicBezTo>
                  <a:pt x="22938" y="102382"/>
                  <a:pt x="0" y="79444"/>
                  <a:pt x="0" y="51191"/>
                </a:cubicBezTo>
                <a:lnTo>
                  <a:pt x="0" y="51191"/>
                </a:lnTo>
                <a:cubicBezTo>
                  <a:pt x="0" y="22938"/>
                  <a:pt x="22938" y="0"/>
                  <a:pt x="51191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74" name="Text 72"/>
          <p:cNvSpPr/>
          <p:nvPr/>
        </p:nvSpPr>
        <p:spPr>
          <a:xfrm>
            <a:off x="5174668" y="6688963"/>
            <a:ext cx="111767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Instructor Functions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438020" y="6723090"/>
            <a:ext cx="102382" cy="102382"/>
          </a:xfrm>
          <a:custGeom>
            <a:avLst/>
            <a:gdLst/>
            <a:ahLst/>
            <a:cxnLst/>
            <a:rect l="l" t="t" r="r" b="b"/>
            <a:pathLst>
              <a:path w="102382" h="102382">
                <a:moveTo>
                  <a:pt x="51191" y="0"/>
                </a:moveTo>
                <a:lnTo>
                  <a:pt x="51191" y="0"/>
                </a:lnTo>
                <a:cubicBezTo>
                  <a:pt x="79444" y="0"/>
                  <a:pt x="102382" y="22938"/>
                  <a:pt x="102382" y="51191"/>
                </a:cubicBezTo>
                <a:lnTo>
                  <a:pt x="102382" y="51191"/>
                </a:lnTo>
                <a:cubicBezTo>
                  <a:pt x="102382" y="79444"/>
                  <a:pt x="79444" y="102382"/>
                  <a:pt x="51191" y="102382"/>
                </a:cubicBezTo>
                <a:lnTo>
                  <a:pt x="51191" y="102382"/>
                </a:lnTo>
                <a:cubicBezTo>
                  <a:pt x="22938" y="102382"/>
                  <a:pt x="0" y="79444"/>
                  <a:pt x="0" y="51191"/>
                </a:cubicBezTo>
                <a:lnTo>
                  <a:pt x="0" y="51191"/>
                </a:lnTo>
                <a:cubicBezTo>
                  <a:pt x="0" y="22938"/>
                  <a:pt x="22938" y="0"/>
                  <a:pt x="51191" y="0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76" name="Text 74"/>
          <p:cNvSpPr/>
          <p:nvPr/>
        </p:nvSpPr>
        <p:spPr>
          <a:xfrm>
            <a:off x="6608657" y="6688963"/>
            <a:ext cx="94703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Functions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702652" y="6723090"/>
            <a:ext cx="102382" cy="102382"/>
          </a:xfrm>
          <a:custGeom>
            <a:avLst/>
            <a:gdLst/>
            <a:ahLst/>
            <a:cxnLst/>
            <a:rect l="l" t="t" r="r" b="b"/>
            <a:pathLst>
              <a:path w="102382" h="102382">
                <a:moveTo>
                  <a:pt x="51191" y="0"/>
                </a:moveTo>
                <a:lnTo>
                  <a:pt x="51191" y="0"/>
                </a:lnTo>
                <a:cubicBezTo>
                  <a:pt x="79444" y="0"/>
                  <a:pt x="102382" y="22938"/>
                  <a:pt x="102382" y="51191"/>
                </a:cubicBezTo>
                <a:lnTo>
                  <a:pt x="102382" y="51191"/>
                </a:lnTo>
                <a:cubicBezTo>
                  <a:pt x="102382" y="79444"/>
                  <a:pt x="79444" y="102382"/>
                  <a:pt x="51191" y="102382"/>
                </a:cubicBezTo>
                <a:lnTo>
                  <a:pt x="51191" y="102382"/>
                </a:lnTo>
                <a:cubicBezTo>
                  <a:pt x="22938" y="102382"/>
                  <a:pt x="0" y="79444"/>
                  <a:pt x="0" y="51191"/>
                </a:cubicBezTo>
                <a:lnTo>
                  <a:pt x="0" y="51191"/>
                </a:lnTo>
                <a:cubicBezTo>
                  <a:pt x="0" y="22938"/>
                  <a:pt x="22938" y="0"/>
                  <a:pt x="51191" y="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78" name="Text 76"/>
          <p:cNvSpPr/>
          <p:nvPr/>
        </p:nvSpPr>
        <p:spPr>
          <a:xfrm>
            <a:off x="7873289" y="6688963"/>
            <a:ext cx="716675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Functions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675" y="216529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916" y="581806"/>
            <a:ext cx="11547475" cy="6086475"/>
          </a:xfrm>
          <a:custGeom>
            <a:avLst/>
            <a:gdLst/>
            <a:ahLst/>
            <a:cxnLst/>
            <a:rect l="l" t="t" r="r" b="b"/>
            <a:pathLst>
              <a:path w="11547475" h="6086475">
                <a:moveTo>
                  <a:pt x="127025" y="0"/>
                </a:moveTo>
                <a:lnTo>
                  <a:pt x="11420450" y="0"/>
                </a:lnTo>
                <a:cubicBezTo>
                  <a:pt x="11490604" y="0"/>
                  <a:pt x="11547475" y="56871"/>
                  <a:pt x="11547475" y="127025"/>
                </a:cubicBezTo>
                <a:lnTo>
                  <a:pt x="11547475" y="5959450"/>
                </a:lnTo>
                <a:cubicBezTo>
                  <a:pt x="11547475" y="6029604"/>
                  <a:pt x="11490604" y="6086475"/>
                  <a:pt x="11420450" y="6086475"/>
                </a:cubicBezTo>
                <a:lnTo>
                  <a:pt x="127025" y="6086475"/>
                </a:lnTo>
                <a:cubicBezTo>
                  <a:pt x="56871" y="6086475"/>
                  <a:pt x="0" y="6029604"/>
                  <a:pt x="0" y="5959450"/>
                </a:cubicBezTo>
                <a:lnTo>
                  <a:pt x="0" y="127025"/>
                </a:lnTo>
                <a:cubicBezTo>
                  <a:pt x="0" y="56871"/>
                  <a:pt x="56871" y="0"/>
                  <a:pt x="12702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9348" y="807355"/>
            <a:ext cx="11149013" cy="1473200"/>
          </a:xfrm>
          <a:custGeom>
            <a:avLst/>
            <a:gdLst/>
            <a:ahLst/>
            <a:cxnLst/>
            <a:rect l="l" t="t" r="r" b="b"/>
            <a:pathLst>
              <a:path w="11149013" h="1473200">
                <a:moveTo>
                  <a:pt x="95257" y="0"/>
                </a:moveTo>
                <a:lnTo>
                  <a:pt x="11053755" y="0"/>
                </a:lnTo>
                <a:cubicBezTo>
                  <a:pt x="11106364" y="0"/>
                  <a:pt x="11149013" y="42648"/>
                  <a:pt x="11149013" y="95257"/>
                </a:cubicBezTo>
                <a:lnTo>
                  <a:pt x="11149013" y="1377943"/>
                </a:lnTo>
                <a:cubicBezTo>
                  <a:pt x="11149013" y="1430552"/>
                  <a:pt x="11106364" y="1473200"/>
                  <a:pt x="11053755" y="1473200"/>
                </a:cubicBezTo>
                <a:lnTo>
                  <a:pt x="95257" y="1473200"/>
                </a:lnTo>
                <a:cubicBezTo>
                  <a:pt x="42648" y="1473200"/>
                  <a:pt x="0" y="1430552"/>
                  <a:pt x="0" y="1377943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0" scaled="1"/>
          </a:gradFill>
          <a:ln w="20320">
            <a:solidFill>
              <a:srgbClr val="0071E3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4448" y="101572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071E3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448" y="11427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15948" y="1015728"/>
            <a:ext cx="1730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5948" y="1269627"/>
            <a:ext cx="169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 Frontend Application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448" y="1587228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81904" y="168247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8899" y="19844"/>
                  <a:pt x="0" y="28742"/>
                  <a:pt x="0" y="39688"/>
                </a:cubicBez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39688"/>
                </a:lnTo>
                <a:cubicBezTo>
                  <a:pt x="158750" y="28742"/>
                  <a:pt x="149851" y="19844"/>
                  <a:pt x="138906" y="19844"/>
                </a:cubicBezTo>
                <a:lnTo>
                  <a:pt x="19844" y="19844"/>
                </a:lnTo>
                <a:close/>
                <a:moveTo>
                  <a:pt x="27285" y="39688"/>
                </a:moveTo>
                <a:lnTo>
                  <a:pt x="131465" y="39688"/>
                </a:lnTo>
                <a:cubicBezTo>
                  <a:pt x="135589" y="39688"/>
                  <a:pt x="138906" y="43005"/>
                  <a:pt x="138906" y="47129"/>
                </a:cubicBezTo>
                <a:cubicBezTo>
                  <a:pt x="138906" y="51253"/>
                  <a:pt x="135589" y="54570"/>
                  <a:pt x="131465" y="54570"/>
                </a:cubicBezTo>
                <a:lnTo>
                  <a:pt x="27285" y="54570"/>
                </a:lnTo>
                <a:cubicBezTo>
                  <a:pt x="23161" y="54570"/>
                  <a:pt x="19844" y="51253"/>
                  <a:pt x="19844" y="47129"/>
                </a:cubicBezTo>
                <a:cubicBezTo>
                  <a:pt x="19844" y="43005"/>
                  <a:pt x="23161" y="39688"/>
                  <a:pt x="27285" y="3968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11917" y="190472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View Web App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73361" y="1587228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0661" y="168247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4961" y="19844"/>
                </a:moveTo>
                <a:cubicBezTo>
                  <a:pt x="4961" y="8899"/>
                  <a:pt x="13860" y="0"/>
                  <a:pt x="24805" y="0"/>
                </a:cubicBezTo>
                <a:lnTo>
                  <a:pt x="94258" y="0"/>
                </a:lnTo>
                <a:cubicBezTo>
                  <a:pt x="105203" y="0"/>
                  <a:pt x="114102" y="8899"/>
                  <a:pt x="114102" y="19844"/>
                </a:cubicBezTo>
                <a:lnTo>
                  <a:pt x="114102" y="138906"/>
                </a:lnTo>
                <a:cubicBezTo>
                  <a:pt x="114102" y="149851"/>
                  <a:pt x="105203" y="158750"/>
                  <a:pt x="94258" y="158750"/>
                </a:cubicBezTo>
                <a:lnTo>
                  <a:pt x="24805" y="158750"/>
                </a:lnTo>
                <a:cubicBezTo>
                  <a:pt x="13860" y="158750"/>
                  <a:pt x="4961" y="149851"/>
                  <a:pt x="4961" y="138906"/>
                </a:cubicBezTo>
                <a:lnTo>
                  <a:pt x="4961" y="19844"/>
                </a:lnTo>
                <a:close/>
                <a:moveTo>
                  <a:pt x="24805" y="19844"/>
                </a:moveTo>
                <a:lnTo>
                  <a:pt x="24805" y="114102"/>
                </a:lnTo>
                <a:lnTo>
                  <a:pt x="94258" y="114102"/>
                </a:lnTo>
                <a:lnTo>
                  <a:pt x="94258" y="19844"/>
                </a:lnTo>
                <a:lnTo>
                  <a:pt x="24805" y="19844"/>
                </a:lnTo>
                <a:close/>
                <a:moveTo>
                  <a:pt x="59531" y="146348"/>
                </a:moveTo>
                <a:cubicBezTo>
                  <a:pt x="65019" y="146348"/>
                  <a:pt x="69453" y="141914"/>
                  <a:pt x="69453" y="136426"/>
                </a:cubicBezTo>
                <a:cubicBezTo>
                  <a:pt x="69453" y="130938"/>
                  <a:pt x="65019" y="126504"/>
                  <a:pt x="59531" y="126504"/>
                </a:cubicBezTo>
                <a:cubicBezTo>
                  <a:pt x="54043" y="126504"/>
                  <a:pt x="49609" y="130938"/>
                  <a:pt x="49609" y="136426"/>
                </a:cubicBezTo>
                <a:cubicBezTo>
                  <a:pt x="49609" y="141914"/>
                  <a:pt x="54043" y="146348"/>
                  <a:pt x="59531" y="14634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0829" y="190472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View Web App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2273" y="1587228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9808" y="168247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5969742" y="190472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31186" y="1587228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8642" y="168247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1286" y="109513"/>
                </a:moveTo>
                <a:cubicBezTo>
                  <a:pt x="12557" y="104986"/>
                  <a:pt x="14945" y="100862"/>
                  <a:pt x="18293" y="97513"/>
                </a:cubicBezTo>
                <a:lnTo>
                  <a:pt x="74476" y="41331"/>
                </a:lnTo>
                <a:lnTo>
                  <a:pt x="84987" y="30820"/>
                </a:lnTo>
                <a:cubicBezTo>
                  <a:pt x="90134" y="35967"/>
                  <a:pt x="100893" y="46726"/>
                  <a:pt x="117233" y="63066"/>
                </a:cubicBezTo>
                <a:lnTo>
                  <a:pt x="127744" y="73577"/>
                </a:lnTo>
                <a:lnTo>
                  <a:pt x="117233" y="84088"/>
                </a:lnTo>
                <a:lnTo>
                  <a:pt x="61051" y="140271"/>
                </a:lnTo>
                <a:cubicBezTo>
                  <a:pt x="57733" y="143588"/>
                  <a:pt x="53578" y="146007"/>
                  <a:pt x="49051" y="147278"/>
                </a:cubicBezTo>
                <a:lnTo>
                  <a:pt x="9426" y="158316"/>
                </a:lnTo>
                <a:cubicBezTo>
                  <a:pt x="6852" y="159029"/>
                  <a:pt x="4062" y="158316"/>
                  <a:pt x="2170" y="156394"/>
                </a:cubicBezTo>
                <a:cubicBezTo>
                  <a:pt x="279" y="154471"/>
                  <a:pt x="-434" y="151712"/>
                  <a:pt x="279" y="149138"/>
                </a:cubicBezTo>
                <a:lnTo>
                  <a:pt x="11286" y="109513"/>
                </a:lnTo>
                <a:close/>
                <a:moveTo>
                  <a:pt x="28525" y="108365"/>
                </a:moveTo>
                <a:cubicBezTo>
                  <a:pt x="27161" y="109823"/>
                  <a:pt x="26169" y="111590"/>
                  <a:pt x="25642" y="113512"/>
                </a:cubicBezTo>
                <a:lnTo>
                  <a:pt x="18169" y="140457"/>
                </a:lnTo>
                <a:lnTo>
                  <a:pt x="45114" y="132984"/>
                </a:lnTo>
                <a:cubicBezTo>
                  <a:pt x="47098" y="132426"/>
                  <a:pt x="48896" y="131403"/>
                  <a:pt x="50385" y="129977"/>
                </a:cubicBezTo>
                <a:lnTo>
                  <a:pt x="28494" y="108365"/>
                </a:lnTo>
                <a:close/>
                <a:moveTo>
                  <a:pt x="138286" y="63066"/>
                </a:moveTo>
                <a:cubicBezTo>
                  <a:pt x="133139" y="57919"/>
                  <a:pt x="122380" y="47160"/>
                  <a:pt x="106040" y="30820"/>
                </a:cubicBezTo>
                <a:lnTo>
                  <a:pt x="95498" y="20309"/>
                </a:lnTo>
                <a:cubicBezTo>
                  <a:pt x="103715" y="12092"/>
                  <a:pt x="108334" y="7472"/>
                  <a:pt x="109420" y="6387"/>
                </a:cubicBezTo>
                <a:cubicBezTo>
                  <a:pt x="113605" y="2170"/>
                  <a:pt x="119311" y="-186"/>
                  <a:pt x="125264" y="-186"/>
                </a:cubicBezTo>
                <a:cubicBezTo>
                  <a:pt x="131217" y="-186"/>
                  <a:pt x="136922" y="2170"/>
                  <a:pt x="141108" y="6387"/>
                </a:cubicBezTo>
                <a:lnTo>
                  <a:pt x="152177" y="17456"/>
                </a:lnTo>
                <a:cubicBezTo>
                  <a:pt x="156394" y="21673"/>
                  <a:pt x="158750" y="27378"/>
                  <a:pt x="158750" y="33300"/>
                </a:cubicBezTo>
                <a:cubicBezTo>
                  <a:pt x="158750" y="39222"/>
                  <a:pt x="156394" y="44958"/>
                  <a:pt x="152177" y="49144"/>
                </a:cubicBezTo>
                <a:cubicBezTo>
                  <a:pt x="151092" y="50229"/>
                  <a:pt x="146472" y="54849"/>
                  <a:pt x="138255" y="6306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8698655" y="1904728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Interface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83211" y="245717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3" name="Text 21"/>
          <p:cNvSpPr/>
          <p:nvPr/>
        </p:nvSpPr>
        <p:spPr>
          <a:xfrm>
            <a:off x="5561807" y="2679426"/>
            <a:ext cx="908004" cy="21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9348" y="2971527"/>
            <a:ext cx="11149013" cy="1441450"/>
          </a:xfrm>
          <a:custGeom>
            <a:avLst/>
            <a:gdLst/>
            <a:ahLst/>
            <a:cxnLst/>
            <a:rect l="l" t="t" r="r" b="b"/>
            <a:pathLst>
              <a:path w="11149013" h="1441450">
                <a:moveTo>
                  <a:pt x="95251" y="0"/>
                </a:moveTo>
                <a:lnTo>
                  <a:pt x="11053761" y="0"/>
                </a:lnTo>
                <a:cubicBezTo>
                  <a:pt x="11106367" y="0"/>
                  <a:pt x="11149013" y="42645"/>
                  <a:pt x="11149013" y="95251"/>
                </a:cubicBezTo>
                <a:lnTo>
                  <a:pt x="11149013" y="1346199"/>
                </a:lnTo>
                <a:cubicBezTo>
                  <a:pt x="11149012" y="1398805"/>
                  <a:pt x="11106367" y="1441450"/>
                  <a:pt x="11053761" y="1441450"/>
                </a:cubicBezTo>
                <a:lnTo>
                  <a:pt x="95251" y="1441450"/>
                </a:lnTo>
                <a:cubicBezTo>
                  <a:pt x="42645" y="1441450"/>
                  <a:pt x="0" y="1398805"/>
                  <a:pt x="0" y="1346199"/>
                </a:cubicBezTo>
                <a:lnTo>
                  <a:pt x="0" y="95251"/>
                </a:lnTo>
                <a:cubicBezTo>
                  <a:pt x="0" y="42681"/>
                  <a:pt x="42681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10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20320">
            <a:solidFill>
              <a:srgbClr val="34C759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448" y="313662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4C759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3354" y="326362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15948" y="3136628"/>
            <a:ext cx="157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5948" y="3390529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Microservices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448" y="3708128"/>
            <a:ext cx="2087563" cy="539750"/>
          </a:xfrm>
          <a:custGeom>
            <a:avLst/>
            <a:gdLst/>
            <a:ahLst/>
            <a:cxnLst/>
            <a:rect l="l" t="t" r="r" b="b"/>
            <a:pathLst>
              <a:path w="2087563" h="539750">
                <a:moveTo>
                  <a:pt x="63502" y="0"/>
                </a:moveTo>
                <a:lnTo>
                  <a:pt x="2024061" y="0"/>
                </a:lnTo>
                <a:cubicBezTo>
                  <a:pt x="2059132" y="0"/>
                  <a:pt x="2087562" y="28431"/>
                  <a:pt x="2087562" y="63502"/>
                </a:cubicBezTo>
                <a:lnTo>
                  <a:pt x="2087563" y="476248"/>
                </a:lnTo>
                <a:cubicBezTo>
                  <a:pt x="2087562" y="511319"/>
                  <a:pt x="2059132" y="539750"/>
                  <a:pt x="20240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01016" y="3822427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1" name="Text 29"/>
          <p:cNvSpPr/>
          <p:nvPr/>
        </p:nvSpPr>
        <p:spPr>
          <a:xfrm>
            <a:off x="511917" y="3997052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Service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627558" y="3708128"/>
            <a:ext cx="2087563" cy="539750"/>
          </a:xfrm>
          <a:custGeom>
            <a:avLst/>
            <a:gdLst/>
            <a:ahLst/>
            <a:cxnLst/>
            <a:rect l="l" t="t" r="r" b="b"/>
            <a:pathLst>
              <a:path w="2087563" h="539750">
                <a:moveTo>
                  <a:pt x="63502" y="0"/>
                </a:moveTo>
                <a:lnTo>
                  <a:pt x="2024061" y="0"/>
                </a:lnTo>
                <a:cubicBezTo>
                  <a:pt x="2059132" y="0"/>
                  <a:pt x="2087562" y="28431"/>
                  <a:pt x="2087562" y="63502"/>
                </a:cubicBezTo>
                <a:lnTo>
                  <a:pt x="2087563" y="476248"/>
                </a:lnTo>
                <a:cubicBezTo>
                  <a:pt x="2087562" y="511319"/>
                  <a:pt x="2059132" y="539750"/>
                  <a:pt x="20240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93056" y="3822427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3395" y="54639"/>
                </a:moveTo>
                <a:lnTo>
                  <a:pt x="71772" y="78665"/>
                </a:lnTo>
                <a:cubicBezTo>
                  <a:pt x="74507" y="79781"/>
                  <a:pt x="77409" y="80367"/>
                  <a:pt x="80367" y="80367"/>
                </a:cubicBezTo>
                <a:cubicBezTo>
                  <a:pt x="83325" y="80367"/>
                  <a:pt x="86227" y="79781"/>
                  <a:pt x="88962" y="78665"/>
                </a:cubicBezTo>
                <a:lnTo>
                  <a:pt x="156604" y="50816"/>
                </a:lnTo>
                <a:cubicBezTo>
                  <a:pt x="159116" y="49783"/>
                  <a:pt x="160734" y="47355"/>
                  <a:pt x="160734" y="44648"/>
                </a:cubicBezTo>
                <a:cubicBezTo>
                  <a:pt x="160734" y="41942"/>
                  <a:pt x="159116" y="39514"/>
                  <a:pt x="156604" y="38481"/>
                </a:cubicBezTo>
                <a:lnTo>
                  <a:pt x="88962" y="10632"/>
                </a:lnTo>
                <a:cubicBezTo>
                  <a:pt x="86227" y="9516"/>
                  <a:pt x="83325" y="8930"/>
                  <a:pt x="80367" y="8930"/>
                </a:cubicBezTo>
                <a:cubicBezTo>
                  <a:pt x="77409" y="8930"/>
                  <a:pt x="74507" y="9516"/>
                  <a:pt x="71772" y="10632"/>
                </a:cubicBezTo>
                <a:lnTo>
                  <a:pt x="4130" y="38481"/>
                </a:lnTo>
                <a:cubicBezTo>
                  <a:pt x="1619" y="39514"/>
                  <a:pt x="0" y="41942"/>
                  <a:pt x="0" y="44648"/>
                </a:cubicBezTo>
                <a:lnTo>
                  <a:pt x="0" y="127248"/>
                </a:lnTo>
                <a:cubicBezTo>
                  <a:pt x="0" y="130959"/>
                  <a:pt x="2986" y="133945"/>
                  <a:pt x="6697" y="133945"/>
                </a:cubicBezTo>
                <a:cubicBezTo>
                  <a:pt x="10409" y="133945"/>
                  <a:pt x="13395" y="130959"/>
                  <a:pt x="13395" y="127248"/>
                </a:cubicBezTo>
                <a:lnTo>
                  <a:pt x="13395" y="54639"/>
                </a:lnTo>
                <a:close/>
                <a:moveTo>
                  <a:pt x="26789" y="74647"/>
                </a:moveTo>
                <a:lnTo>
                  <a:pt x="26789" y="107156"/>
                </a:lnTo>
                <a:cubicBezTo>
                  <a:pt x="26789" y="121946"/>
                  <a:pt x="50788" y="133945"/>
                  <a:pt x="80367" y="133945"/>
                </a:cubicBezTo>
                <a:cubicBezTo>
                  <a:pt x="109947" y="133945"/>
                  <a:pt x="133945" y="121946"/>
                  <a:pt x="133945" y="107156"/>
                </a:cubicBezTo>
                <a:lnTo>
                  <a:pt x="133945" y="74619"/>
                </a:lnTo>
                <a:lnTo>
                  <a:pt x="94069" y="91055"/>
                </a:lnTo>
                <a:cubicBezTo>
                  <a:pt x="89715" y="92841"/>
                  <a:pt x="85083" y="93762"/>
                  <a:pt x="80367" y="93762"/>
                </a:cubicBezTo>
                <a:cubicBezTo>
                  <a:pt x="75651" y="93762"/>
                  <a:pt x="71019" y="92841"/>
                  <a:pt x="66666" y="91055"/>
                </a:cubicBezTo>
                <a:lnTo>
                  <a:pt x="26789" y="74619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4" name="Text 32"/>
          <p:cNvSpPr/>
          <p:nvPr/>
        </p:nvSpPr>
        <p:spPr>
          <a:xfrm>
            <a:off x="2695027" y="3997052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10669" y="3708128"/>
            <a:ext cx="2087563" cy="539750"/>
          </a:xfrm>
          <a:custGeom>
            <a:avLst/>
            <a:gdLst/>
            <a:ahLst/>
            <a:cxnLst/>
            <a:rect l="l" t="t" r="r" b="b"/>
            <a:pathLst>
              <a:path w="2087563" h="539750">
                <a:moveTo>
                  <a:pt x="63502" y="0"/>
                </a:moveTo>
                <a:lnTo>
                  <a:pt x="2024061" y="0"/>
                </a:lnTo>
                <a:cubicBezTo>
                  <a:pt x="2059132" y="0"/>
                  <a:pt x="2087562" y="28431"/>
                  <a:pt x="2087562" y="63502"/>
                </a:cubicBezTo>
                <a:lnTo>
                  <a:pt x="2087563" y="476248"/>
                </a:lnTo>
                <a:cubicBezTo>
                  <a:pt x="2087562" y="511319"/>
                  <a:pt x="2059132" y="539750"/>
                  <a:pt x="20240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02955" y="3822427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33486" y="71438"/>
                </a:moveTo>
                <a:cubicBezTo>
                  <a:pt x="29775" y="71438"/>
                  <a:pt x="26789" y="74423"/>
                  <a:pt x="26789" y="78135"/>
                </a:cubicBezTo>
                <a:cubicBezTo>
                  <a:pt x="26789" y="81846"/>
                  <a:pt x="29775" y="84832"/>
                  <a:pt x="33486" y="84832"/>
                </a:cubicBezTo>
                <a:lnTo>
                  <a:pt x="73670" y="84832"/>
                </a:lnTo>
                <a:cubicBezTo>
                  <a:pt x="77381" y="84832"/>
                  <a:pt x="80367" y="81846"/>
                  <a:pt x="80367" y="78135"/>
                </a:cubicBezTo>
                <a:cubicBezTo>
                  <a:pt x="80367" y="74423"/>
                  <a:pt x="77381" y="71438"/>
                  <a:pt x="73670" y="71438"/>
                </a:cubicBezTo>
                <a:lnTo>
                  <a:pt x="33486" y="71438"/>
                </a:lnTo>
                <a:close/>
                <a:moveTo>
                  <a:pt x="33486" y="98227"/>
                </a:moveTo>
                <a:cubicBezTo>
                  <a:pt x="29775" y="98227"/>
                  <a:pt x="26789" y="101212"/>
                  <a:pt x="26789" y="104924"/>
                </a:cubicBezTo>
                <a:cubicBezTo>
                  <a:pt x="26789" y="108635"/>
                  <a:pt x="29775" y="111621"/>
                  <a:pt x="33486" y="111621"/>
                </a:cubicBezTo>
                <a:lnTo>
                  <a:pt x="73670" y="111621"/>
                </a:lnTo>
                <a:cubicBezTo>
                  <a:pt x="77381" y="111621"/>
                  <a:pt x="80367" y="108635"/>
                  <a:pt x="80367" y="104924"/>
                </a:cubicBezTo>
                <a:cubicBezTo>
                  <a:pt x="80367" y="101212"/>
                  <a:pt x="77381" y="98227"/>
                  <a:pt x="73670" y="98227"/>
                </a:cubicBezTo>
                <a:lnTo>
                  <a:pt x="33486" y="98227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7" name="Text 35"/>
          <p:cNvSpPr/>
          <p:nvPr/>
        </p:nvSpPr>
        <p:spPr>
          <a:xfrm>
            <a:off x="4878137" y="3997052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Service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93779" y="3708128"/>
            <a:ext cx="2087563" cy="539750"/>
          </a:xfrm>
          <a:custGeom>
            <a:avLst/>
            <a:gdLst/>
            <a:ahLst/>
            <a:cxnLst/>
            <a:rect l="l" t="t" r="r" b="b"/>
            <a:pathLst>
              <a:path w="2087563" h="539750">
                <a:moveTo>
                  <a:pt x="63502" y="0"/>
                </a:moveTo>
                <a:lnTo>
                  <a:pt x="2024061" y="0"/>
                </a:lnTo>
                <a:cubicBezTo>
                  <a:pt x="2059132" y="0"/>
                  <a:pt x="2087562" y="28431"/>
                  <a:pt x="2087562" y="63502"/>
                </a:cubicBezTo>
                <a:lnTo>
                  <a:pt x="2087563" y="476248"/>
                </a:lnTo>
                <a:cubicBezTo>
                  <a:pt x="2087562" y="511319"/>
                  <a:pt x="2059132" y="539750"/>
                  <a:pt x="20240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68206" y="382242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3486" y="15627"/>
                </a:moveTo>
                <a:cubicBezTo>
                  <a:pt x="33486" y="7004"/>
                  <a:pt x="40491" y="0"/>
                  <a:pt x="49113" y="0"/>
                </a:cubicBezTo>
                <a:lnTo>
                  <a:pt x="55811" y="0"/>
                </a:lnTo>
                <a:cubicBezTo>
                  <a:pt x="60750" y="0"/>
                  <a:pt x="64740" y="3990"/>
                  <a:pt x="64740" y="8930"/>
                </a:cubicBezTo>
                <a:lnTo>
                  <a:pt x="64740" y="133945"/>
                </a:lnTo>
                <a:cubicBezTo>
                  <a:pt x="64740" y="138885"/>
                  <a:pt x="60750" y="142875"/>
                  <a:pt x="55811" y="142875"/>
                </a:cubicBezTo>
                <a:lnTo>
                  <a:pt x="46881" y="142875"/>
                </a:lnTo>
                <a:cubicBezTo>
                  <a:pt x="38565" y="142875"/>
                  <a:pt x="31561" y="137182"/>
                  <a:pt x="29580" y="129480"/>
                </a:cubicBezTo>
                <a:cubicBezTo>
                  <a:pt x="29384" y="129480"/>
                  <a:pt x="29217" y="129480"/>
                  <a:pt x="29021" y="129480"/>
                </a:cubicBezTo>
                <a:cubicBezTo>
                  <a:pt x="16687" y="129480"/>
                  <a:pt x="6697" y="119490"/>
                  <a:pt x="6697" y="107156"/>
                </a:cubicBezTo>
                <a:cubicBezTo>
                  <a:pt x="6697" y="102133"/>
                  <a:pt x="8372" y="97501"/>
                  <a:pt x="11162" y="93762"/>
                </a:cubicBezTo>
                <a:cubicBezTo>
                  <a:pt x="5748" y="89688"/>
                  <a:pt x="2232" y="83214"/>
                  <a:pt x="2232" y="75902"/>
                </a:cubicBezTo>
                <a:cubicBezTo>
                  <a:pt x="2232" y="67280"/>
                  <a:pt x="7144" y="59773"/>
                  <a:pt x="14288" y="56062"/>
                </a:cubicBezTo>
                <a:cubicBezTo>
                  <a:pt x="12306" y="52713"/>
                  <a:pt x="11162" y="48806"/>
                  <a:pt x="11162" y="44648"/>
                </a:cubicBezTo>
                <a:cubicBezTo>
                  <a:pt x="11162" y="32314"/>
                  <a:pt x="21152" y="22324"/>
                  <a:pt x="33486" y="22324"/>
                </a:cubicBezTo>
                <a:lnTo>
                  <a:pt x="33486" y="15627"/>
                </a:lnTo>
                <a:close/>
                <a:moveTo>
                  <a:pt x="109389" y="15627"/>
                </a:moveTo>
                <a:lnTo>
                  <a:pt x="109389" y="22324"/>
                </a:lnTo>
                <a:cubicBezTo>
                  <a:pt x="121723" y="22324"/>
                  <a:pt x="131713" y="32314"/>
                  <a:pt x="131713" y="44648"/>
                </a:cubicBezTo>
                <a:cubicBezTo>
                  <a:pt x="131713" y="48834"/>
                  <a:pt x="130569" y="52741"/>
                  <a:pt x="128588" y="56062"/>
                </a:cubicBezTo>
                <a:cubicBezTo>
                  <a:pt x="135759" y="59773"/>
                  <a:pt x="140643" y="67252"/>
                  <a:pt x="140643" y="75902"/>
                </a:cubicBezTo>
                <a:cubicBezTo>
                  <a:pt x="140643" y="83214"/>
                  <a:pt x="137127" y="89688"/>
                  <a:pt x="131713" y="93762"/>
                </a:cubicBezTo>
                <a:cubicBezTo>
                  <a:pt x="134503" y="97501"/>
                  <a:pt x="136178" y="102133"/>
                  <a:pt x="136178" y="107156"/>
                </a:cubicBezTo>
                <a:cubicBezTo>
                  <a:pt x="136178" y="119490"/>
                  <a:pt x="126188" y="129480"/>
                  <a:pt x="113854" y="129480"/>
                </a:cubicBezTo>
                <a:cubicBezTo>
                  <a:pt x="113658" y="129480"/>
                  <a:pt x="113491" y="129480"/>
                  <a:pt x="113295" y="129480"/>
                </a:cubicBezTo>
                <a:cubicBezTo>
                  <a:pt x="111314" y="137182"/>
                  <a:pt x="104310" y="142875"/>
                  <a:pt x="95994" y="142875"/>
                </a:cubicBezTo>
                <a:lnTo>
                  <a:pt x="87064" y="142875"/>
                </a:lnTo>
                <a:cubicBezTo>
                  <a:pt x="82125" y="142875"/>
                  <a:pt x="78135" y="138885"/>
                  <a:pt x="78135" y="133945"/>
                </a:cubicBezTo>
                <a:lnTo>
                  <a:pt x="78135" y="8930"/>
                </a:lnTo>
                <a:cubicBezTo>
                  <a:pt x="78135" y="3990"/>
                  <a:pt x="82125" y="0"/>
                  <a:pt x="87064" y="0"/>
                </a:cubicBezTo>
                <a:lnTo>
                  <a:pt x="93762" y="0"/>
                </a:lnTo>
                <a:cubicBezTo>
                  <a:pt x="102384" y="0"/>
                  <a:pt x="109389" y="7004"/>
                  <a:pt x="109389" y="1562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0" name="Text 38"/>
          <p:cNvSpPr/>
          <p:nvPr/>
        </p:nvSpPr>
        <p:spPr>
          <a:xfrm>
            <a:off x="7061247" y="3997052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176889" y="3708128"/>
            <a:ext cx="2087563" cy="539750"/>
          </a:xfrm>
          <a:custGeom>
            <a:avLst/>
            <a:gdLst/>
            <a:ahLst/>
            <a:cxnLst/>
            <a:rect l="l" t="t" r="r" b="b"/>
            <a:pathLst>
              <a:path w="2087563" h="539750">
                <a:moveTo>
                  <a:pt x="63502" y="0"/>
                </a:moveTo>
                <a:lnTo>
                  <a:pt x="2024061" y="0"/>
                </a:lnTo>
                <a:cubicBezTo>
                  <a:pt x="2059132" y="0"/>
                  <a:pt x="2087562" y="28431"/>
                  <a:pt x="2087562" y="63502"/>
                </a:cubicBezTo>
                <a:lnTo>
                  <a:pt x="2087563" y="476248"/>
                </a:lnTo>
                <a:cubicBezTo>
                  <a:pt x="2087562" y="511319"/>
                  <a:pt x="2059132" y="539750"/>
                  <a:pt x="2024061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151316" y="382242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3" name="Text 41"/>
          <p:cNvSpPr/>
          <p:nvPr/>
        </p:nvSpPr>
        <p:spPr>
          <a:xfrm>
            <a:off x="9244358" y="3997052"/>
            <a:ext cx="195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83211" y="45495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5" name="Text 43"/>
          <p:cNvSpPr/>
          <p:nvPr/>
        </p:nvSpPr>
        <p:spPr>
          <a:xfrm>
            <a:off x="5561807" y="4771753"/>
            <a:ext cx="807290" cy="127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JPA / JDBC 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9348" y="5063853"/>
            <a:ext cx="11149013" cy="1473200"/>
          </a:xfrm>
          <a:custGeom>
            <a:avLst/>
            <a:gdLst/>
            <a:ahLst/>
            <a:cxnLst/>
            <a:rect l="l" t="t" r="r" b="b"/>
            <a:pathLst>
              <a:path w="11149013" h="1473200">
                <a:moveTo>
                  <a:pt x="95257" y="0"/>
                </a:moveTo>
                <a:lnTo>
                  <a:pt x="11053755" y="0"/>
                </a:lnTo>
                <a:cubicBezTo>
                  <a:pt x="11106364" y="0"/>
                  <a:pt x="11149013" y="42648"/>
                  <a:pt x="11149013" y="95257"/>
                </a:cubicBezTo>
                <a:lnTo>
                  <a:pt x="11149013" y="1377943"/>
                </a:lnTo>
                <a:cubicBezTo>
                  <a:pt x="11149013" y="1430552"/>
                  <a:pt x="11106364" y="1473200"/>
                  <a:pt x="11053755" y="1473200"/>
                </a:cubicBezTo>
                <a:lnTo>
                  <a:pt x="95257" y="1473200"/>
                </a:lnTo>
                <a:cubicBezTo>
                  <a:pt x="42648" y="1473200"/>
                  <a:pt x="0" y="1430552"/>
                  <a:pt x="0" y="1377943"/>
                </a:cubicBezTo>
                <a:lnTo>
                  <a:pt x="0" y="95257"/>
                </a:lnTo>
                <a:cubicBezTo>
                  <a:pt x="0" y="42648"/>
                  <a:pt x="42648" y="0"/>
                  <a:pt x="95257" y="0"/>
                </a:cubicBezTo>
                <a:close/>
              </a:path>
            </a:pathLst>
          </a:custGeom>
          <a:gradFill flip="none" rotWithShape="1">
            <a:gsLst>
              <a:gs pos="0">
                <a:srgbClr val="AF52DE">
                  <a:alpha val="10000"/>
                </a:srgbClr>
              </a:gs>
              <a:gs pos="100000">
                <a:srgbClr val="AF52DE">
                  <a:alpha val="5000"/>
                </a:srgbClr>
              </a:gs>
            </a:gsLst>
            <a:lin ang="0" scaled="1"/>
          </a:gradFill>
          <a:ln w="20320">
            <a:solidFill>
              <a:srgbClr val="AF52D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4448" y="52289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AF52DE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83354" y="53559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1015948" y="5228952"/>
            <a:ext cx="1944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5948" y="5482853"/>
            <a:ext cx="191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PostgreSQL, </a:t>
            </a: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4448" y="5800454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691826" y="589570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53" name="Text 51"/>
          <p:cNvSpPr/>
          <p:nvPr/>
        </p:nvSpPr>
        <p:spPr>
          <a:xfrm>
            <a:off x="511917" y="6117954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173361" y="5800454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420739" y="5895704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56" name="Text 54"/>
          <p:cNvSpPr/>
          <p:nvPr/>
        </p:nvSpPr>
        <p:spPr>
          <a:xfrm>
            <a:off x="3240829" y="6117954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</a:rPr>
              <a:t>Structured Data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902273" y="5800454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139729" y="589570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59" name="Text 57"/>
          <p:cNvSpPr/>
          <p:nvPr/>
        </p:nvSpPr>
        <p:spPr>
          <a:xfrm>
            <a:off x="5969742" y="6117954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631186" y="5800454"/>
            <a:ext cx="2635250" cy="571500"/>
          </a:xfrm>
          <a:custGeom>
            <a:avLst/>
            <a:gdLst/>
            <a:ahLst/>
            <a:cxnLst/>
            <a:rect l="l" t="t" r="r" b="b"/>
            <a:pathLst>
              <a:path w="2635250" h="571500">
                <a:moveTo>
                  <a:pt x="63499" y="0"/>
                </a:moveTo>
                <a:lnTo>
                  <a:pt x="2571751" y="0"/>
                </a:lnTo>
                <a:cubicBezTo>
                  <a:pt x="2606820" y="0"/>
                  <a:pt x="2635250" y="28430"/>
                  <a:pt x="2635250" y="63499"/>
                </a:cubicBezTo>
                <a:lnTo>
                  <a:pt x="2635250" y="508001"/>
                </a:lnTo>
                <a:cubicBezTo>
                  <a:pt x="2635250" y="543070"/>
                  <a:pt x="2606820" y="571500"/>
                  <a:pt x="2571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868642" y="589570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38906"/>
                </a:move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44648"/>
                </a:lnTo>
                <a:cubicBezTo>
                  <a:pt x="158750" y="33703"/>
                  <a:pt x="149851" y="24805"/>
                  <a:pt x="138906" y="24805"/>
                </a:cubicBezTo>
                <a:lnTo>
                  <a:pt x="92615" y="24805"/>
                </a:lnTo>
                <a:cubicBezTo>
                  <a:pt x="90475" y="24805"/>
                  <a:pt x="88367" y="24123"/>
                  <a:pt x="86661" y="22820"/>
                </a:cubicBezTo>
                <a:lnTo>
                  <a:pt x="74755" y="13891"/>
                </a:lnTo>
                <a:cubicBezTo>
                  <a:pt x="71313" y="11317"/>
                  <a:pt x="67128" y="9922"/>
                  <a:pt x="62849" y="9922"/>
                </a:cubicBezTo>
                <a:lnTo>
                  <a:pt x="19844" y="9922"/>
                </a:lnTo>
                <a:cubicBezTo>
                  <a:pt x="8899" y="9922"/>
                  <a:pt x="0" y="18821"/>
                  <a:pt x="0" y="29766"/>
                </a:cubicBez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2" name="Text 60"/>
          <p:cNvSpPr/>
          <p:nvPr/>
        </p:nvSpPr>
        <p:spPr>
          <a:xfrm>
            <a:off x="8698655" y="6117954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Storage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502150" y="73231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4" name="Text 62"/>
          <p:cNvSpPr/>
          <p:nvPr/>
        </p:nvSpPr>
        <p:spPr>
          <a:xfrm>
            <a:off x="4688681" y="7299326"/>
            <a:ext cx="87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OAuth 2.0 / JWT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726013" y="7323138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27781" y="20836"/>
                </a:moveTo>
                <a:lnTo>
                  <a:pt x="27781" y="34727"/>
                </a:lnTo>
                <a:lnTo>
                  <a:pt x="55563" y="34727"/>
                </a:lnTo>
                <a:lnTo>
                  <a:pt x="55563" y="20836"/>
                </a:lnTo>
                <a:cubicBezTo>
                  <a:pt x="55563" y="13174"/>
                  <a:pt x="49333" y="6945"/>
                  <a:pt x="41672" y="6945"/>
                </a:cubicBezTo>
                <a:cubicBezTo>
                  <a:pt x="34010" y="6945"/>
                  <a:pt x="27781" y="13174"/>
                  <a:pt x="27781" y="20836"/>
                </a:cubicBezTo>
                <a:close/>
                <a:moveTo>
                  <a:pt x="13891" y="34727"/>
                </a:moveTo>
                <a:lnTo>
                  <a:pt x="13891" y="20836"/>
                </a:lnTo>
                <a:cubicBezTo>
                  <a:pt x="13891" y="5491"/>
                  <a:pt x="26327" y="-6945"/>
                  <a:pt x="41672" y="-6945"/>
                </a:cubicBezTo>
                <a:cubicBezTo>
                  <a:pt x="57017" y="-6945"/>
                  <a:pt x="69453" y="5491"/>
                  <a:pt x="69453" y="20836"/>
                </a:cubicBezTo>
                <a:lnTo>
                  <a:pt x="69453" y="34727"/>
                </a:lnTo>
                <a:cubicBezTo>
                  <a:pt x="77115" y="34727"/>
                  <a:pt x="83344" y="40956"/>
                  <a:pt x="83344" y="48617"/>
                </a:cubicBezTo>
                <a:lnTo>
                  <a:pt x="83344" y="97234"/>
                </a:lnTo>
                <a:cubicBezTo>
                  <a:pt x="83344" y="104896"/>
                  <a:pt x="77115" y="111125"/>
                  <a:pt x="69453" y="111125"/>
                </a:cubicBezTo>
                <a:lnTo>
                  <a:pt x="13891" y="111125"/>
                </a:lnTo>
                <a:cubicBezTo>
                  <a:pt x="6229" y="111125"/>
                  <a:pt x="0" y="104896"/>
                  <a:pt x="0" y="97234"/>
                </a:cubicBezTo>
                <a:lnTo>
                  <a:pt x="0" y="48617"/>
                </a:lnTo>
                <a:cubicBezTo>
                  <a:pt x="0" y="40956"/>
                  <a:pt x="6229" y="34727"/>
                  <a:pt x="13891" y="3472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6" name="Text 64"/>
          <p:cNvSpPr/>
          <p:nvPr/>
        </p:nvSpPr>
        <p:spPr>
          <a:xfrm>
            <a:off x="5898654" y="7299326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/ TLS 1.3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888162" y="7323138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53826" y="19100"/>
                </a:moveTo>
                <a:lnTo>
                  <a:pt x="71189" y="19100"/>
                </a:lnTo>
                <a:lnTo>
                  <a:pt x="71189" y="29518"/>
                </a:lnTo>
                <a:lnTo>
                  <a:pt x="53826" y="29518"/>
                </a:lnTo>
                <a:lnTo>
                  <a:pt x="53826" y="19100"/>
                </a:lnTo>
                <a:close/>
                <a:moveTo>
                  <a:pt x="52090" y="6945"/>
                </a:moveTo>
                <a:cubicBezTo>
                  <a:pt x="46338" y="6945"/>
                  <a:pt x="41672" y="11612"/>
                  <a:pt x="41672" y="17363"/>
                </a:cubicBezTo>
                <a:lnTo>
                  <a:pt x="41672" y="31254"/>
                </a:lnTo>
                <a:cubicBezTo>
                  <a:pt x="41672" y="37005"/>
                  <a:pt x="46338" y="41672"/>
                  <a:pt x="52090" y="41672"/>
                </a:cubicBezTo>
                <a:lnTo>
                  <a:pt x="55563" y="41672"/>
                </a:lnTo>
                <a:lnTo>
                  <a:pt x="55563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27781" y="62508"/>
                </a:lnTo>
                <a:lnTo>
                  <a:pt x="27781" y="69453"/>
                </a:lnTo>
                <a:lnTo>
                  <a:pt x="24309" y="69453"/>
                </a:lnTo>
                <a:cubicBezTo>
                  <a:pt x="18557" y="69453"/>
                  <a:pt x="13891" y="74120"/>
                  <a:pt x="13891" y="79871"/>
                </a:cubicBezTo>
                <a:lnTo>
                  <a:pt x="13891" y="93762"/>
                </a:lnTo>
                <a:cubicBezTo>
                  <a:pt x="13891" y="99513"/>
                  <a:pt x="18557" y="104180"/>
                  <a:pt x="24309" y="104180"/>
                </a:cubicBezTo>
                <a:lnTo>
                  <a:pt x="45145" y="104180"/>
                </a:lnTo>
                <a:cubicBezTo>
                  <a:pt x="50896" y="104180"/>
                  <a:pt x="55563" y="99513"/>
                  <a:pt x="55563" y="93762"/>
                </a:cubicBezTo>
                <a:lnTo>
                  <a:pt x="55563" y="79871"/>
                </a:lnTo>
                <a:cubicBezTo>
                  <a:pt x="55563" y="74120"/>
                  <a:pt x="50896" y="69453"/>
                  <a:pt x="45145" y="69453"/>
                </a:cubicBezTo>
                <a:lnTo>
                  <a:pt x="41672" y="69453"/>
                </a:lnTo>
                <a:lnTo>
                  <a:pt x="41672" y="62508"/>
                </a:lnTo>
                <a:lnTo>
                  <a:pt x="83344" y="62508"/>
                </a:lnTo>
                <a:lnTo>
                  <a:pt x="83344" y="69453"/>
                </a:lnTo>
                <a:lnTo>
                  <a:pt x="79871" y="69453"/>
                </a:lnTo>
                <a:cubicBezTo>
                  <a:pt x="74120" y="69453"/>
                  <a:pt x="69453" y="74120"/>
                  <a:pt x="69453" y="79871"/>
                </a:cubicBezTo>
                <a:lnTo>
                  <a:pt x="69453" y="93762"/>
                </a:lnTo>
                <a:cubicBezTo>
                  <a:pt x="69453" y="99513"/>
                  <a:pt x="74120" y="104180"/>
                  <a:pt x="79871" y="104180"/>
                </a:cubicBezTo>
                <a:lnTo>
                  <a:pt x="100707" y="104180"/>
                </a:lnTo>
                <a:cubicBezTo>
                  <a:pt x="106459" y="104180"/>
                  <a:pt x="111125" y="99513"/>
                  <a:pt x="111125" y="93762"/>
                </a:cubicBezTo>
                <a:lnTo>
                  <a:pt x="111125" y="79871"/>
                </a:lnTo>
                <a:cubicBezTo>
                  <a:pt x="111125" y="74120"/>
                  <a:pt x="106459" y="69453"/>
                  <a:pt x="100707" y="69453"/>
                </a:cubicBezTo>
                <a:lnTo>
                  <a:pt x="97234" y="69453"/>
                </a:lnTo>
                <a:lnTo>
                  <a:pt x="97234" y="62508"/>
                </a:lnTo>
                <a:lnTo>
                  <a:pt x="118070" y="62508"/>
                </a:lnTo>
                <a:cubicBezTo>
                  <a:pt x="121912" y="62508"/>
                  <a:pt x="125016" y="59404"/>
                  <a:pt x="125016" y="55563"/>
                </a:cubicBezTo>
                <a:cubicBezTo>
                  <a:pt x="125016" y="51721"/>
                  <a:pt x="121912" y="48617"/>
                  <a:pt x="118070" y="48617"/>
                </a:cubicBezTo>
                <a:lnTo>
                  <a:pt x="69453" y="48617"/>
                </a:lnTo>
                <a:lnTo>
                  <a:pt x="69453" y="41672"/>
                </a:lnTo>
                <a:lnTo>
                  <a:pt x="72926" y="41672"/>
                </a:lnTo>
                <a:cubicBezTo>
                  <a:pt x="78677" y="41672"/>
                  <a:pt x="83344" y="37005"/>
                  <a:pt x="83344" y="31254"/>
                </a:cubicBezTo>
                <a:lnTo>
                  <a:pt x="83344" y="17363"/>
                </a:lnTo>
                <a:cubicBezTo>
                  <a:pt x="83344" y="11612"/>
                  <a:pt x="78677" y="6945"/>
                  <a:pt x="72926" y="6945"/>
                </a:cubicBezTo>
                <a:lnTo>
                  <a:pt x="52090" y="6945"/>
                </a:lnTo>
                <a:close/>
                <a:moveTo>
                  <a:pt x="97234" y="81607"/>
                </a:moveTo>
                <a:lnTo>
                  <a:pt x="98971" y="81607"/>
                </a:lnTo>
                <a:lnTo>
                  <a:pt x="98971" y="92025"/>
                </a:lnTo>
                <a:lnTo>
                  <a:pt x="81607" y="92025"/>
                </a:lnTo>
                <a:lnTo>
                  <a:pt x="81607" y="81607"/>
                </a:lnTo>
                <a:lnTo>
                  <a:pt x="97234" y="81607"/>
                </a:lnTo>
                <a:close/>
                <a:moveTo>
                  <a:pt x="41672" y="81607"/>
                </a:moveTo>
                <a:lnTo>
                  <a:pt x="43408" y="81607"/>
                </a:lnTo>
                <a:lnTo>
                  <a:pt x="43408" y="92025"/>
                </a:lnTo>
                <a:lnTo>
                  <a:pt x="26045" y="92025"/>
                </a:lnTo>
                <a:lnTo>
                  <a:pt x="26045" y="81607"/>
                </a:lnTo>
                <a:lnTo>
                  <a:pt x="41672" y="81607"/>
                </a:ln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68" name="Text 66"/>
          <p:cNvSpPr/>
          <p:nvPr/>
        </p:nvSpPr>
        <p:spPr>
          <a:xfrm>
            <a:off x="7081639" y="7299326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Technology Ecosystem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50925"/>
            <a:ext cx="3760787" cy="5483225"/>
          </a:xfrm>
          <a:custGeom>
            <a:avLst/>
            <a:gdLst/>
            <a:ahLst/>
            <a:cxnLst/>
            <a:rect l="l" t="t" r="r" b="b"/>
            <a:pathLst>
              <a:path w="3760787" h="5483225">
                <a:moveTo>
                  <a:pt x="127002" y="0"/>
                </a:moveTo>
                <a:lnTo>
                  <a:pt x="3633786" y="0"/>
                </a:lnTo>
                <a:cubicBezTo>
                  <a:pt x="3703927" y="0"/>
                  <a:pt x="3760788" y="56861"/>
                  <a:pt x="3760788" y="127002"/>
                </a:cubicBezTo>
                <a:lnTo>
                  <a:pt x="3760787" y="5356223"/>
                </a:lnTo>
                <a:cubicBezTo>
                  <a:pt x="3760788" y="5426364"/>
                  <a:pt x="3703927" y="5483225"/>
                  <a:pt x="3633786" y="5483225"/>
                </a:cubicBezTo>
                <a:lnTo>
                  <a:pt x="127002" y="5483225"/>
                </a:lnTo>
                <a:cubicBezTo>
                  <a:pt x="56861" y="5483225"/>
                  <a:pt x="0" y="5426364"/>
                  <a:pt x="0" y="5356223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2600" y="1212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Shape 4"/>
          <p:cNvSpPr/>
          <p:nvPr/>
        </p:nvSpPr>
        <p:spPr>
          <a:xfrm>
            <a:off x="593725" y="13239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58850" y="1292227"/>
            <a:ext cx="71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72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9" name="Shape 7"/>
          <p:cNvSpPr/>
          <p:nvPr/>
        </p:nvSpPr>
        <p:spPr>
          <a:xfrm>
            <a:off x="593725" y="1847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733" y="43954"/>
                </a:moveTo>
                <a:cubicBezTo>
                  <a:pt x="102394" y="43507"/>
                  <a:pt x="101054" y="43086"/>
                  <a:pt x="99715" y="42689"/>
                </a:cubicBezTo>
                <a:cubicBezTo>
                  <a:pt x="99938" y="41771"/>
                  <a:pt x="100137" y="40853"/>
                  <a:pt x="100335" y="39936"/>
                </a:cubicBezTo>
                <a:cubicBezTo>
                  <a:pt x="103386" y="25152"/>
                  <a:pt x="101377" y="13271"/>
                  <a:pt x="94605" y="9351"/>
                </a:cubicBezTo>
                <a:cubicBezTo>
                  <a:pt x="88081" y="5606"/>
                  <a:pt x="77440" y="9500"/>
                  <a:pt x="66675" y="18876"/>
                </a:cubicBezTo>
                <a:cubicBezTo>
                  <a:pt x="65608" y="19794"/>
                  <a:pt x="64567" y="20762"/>
                  <a:pt x="63574" y="21729"/>
                </a:cubicBezTo>
                <a:cubicBezTo>
                  <a:pt x="62905" y="21084"/>
                  <a:pt x="62210" y="20439"/>
                  <a:pt x="61516" y="19819"/>
                </a:cubicBezTo>
                <a:cubicBezTo>
                  <a:pt x="50229" y="9798"/>
                  <a:pt x="38919" y="5581"/>
                  <a:pt x="32147" y="9525"/>
                </a:cubicBezTo>
                <a:cubicBezTo>
                  <a:pt x="25648" y="13295"/>
                  <a:pt x="23713" y="24482"/>
                  <a:pt x="26442" y="38472"/>
                </a:cubicBezTo>
                <a:cubicBezTo>
                  <a:pt x="26715" y="39861"/>
                  <a:pt x="27012" y="41225"/>
                  <a:pt x="27360" y="42614"/>
                </a:cubicBezTo>
                <a:cubicBezTo>
                  <a:pt x="25772" y="43061"/>
                  <a:pt x="24209" y="43557"/>
                  <a:pt x="22746" y="44078"/>
                </a:cubicBezTo>
                <a:cubicBezTo>
                  <a:pt x="9500" y="48667"/>
                  <a:pt x="0" y="55910"/>
                  <a:pt x="0" y="63401"/>
                </a:cubicBezTo>
                <a:cubicBezTo>
                  <a:pt x="0" y="71140"/>
                  <a:pt x="10120" y="78904"/>
                  <a:pt x="23887" y="83617"/>
                </a:cubicBezTo>
                <a:cubicBezTo>
                  <a:pt x="25003" y="83989"/>
                  <a:pt x="26119" y="84361"/>
                  <a:pt x="27260" y="84683"/>
                </a:cubicBezTo>
                <a:cubicBezTo>
                  <a:pt x="26888" y="86171"/>
                  <a:pt x="26566" y="87635"/>
                  <a:pt x="26268" y="89148"/>
                </a:cubicBezTo>
                <a:cubicBezTo>
                  <a:pt x="23664" y="102915"/>
                  <a:pt x="25698" y="113829"/>
                  <a:pt x="32196" y="117574"/>
                </a:cubicBezTo>
                <a:cubicBezTo>
                  <a:pt x="38894" y="121444"/>
                  <a:pt x="50155" y="117475"/>
                  <a:pt x="61119" y="107876"/>
                </a:cubicBezTo>
                <a:cubicBezTo>
                  <a:pt x="61987" y="107107"/>
                  <a:pt x="62855" y="106313"/>
                  <a:pt x="63723" y="105470"/>
                </a:cubicBezTo>
                <a:cubicBezTo>
                  <a:pt x="64815" y="106536"/>
                  <a:pt x="65956" y="107553"/>
                  <a:pt x="67097" y="108545"/>
                </a:cubicBezTo>
                <a:cubicBezTo>
                  <a:pt x="77713" y="117673"/>
                  <a:pt x="88205" y="121369"/>
                  <a:pt x="94679" y="117624"/>
                </a:cubicBezTo>
                <a:cubicBezTo>
                  <a:pt x="101377" y="113754"/>
                  <a:pt x="103560" y="102022"/>
                  <a:pt x="100732" y="87734"/>
                </a:cubicBezTo>
                <a:cubicBezTo>
                  <a:pt x="100509" y="86643"/>
                  <a:pt x="100261" y="85527"/>
                  <a:pt x="99988" y="84386"/>
                </a:cubicBezTo>
                <a:cubicBezTo>
                  <a:pt x="100781" y="84162"/>
                  <a:pt x="101550" y="83914"/>
                  <a:pt x="102319" y="83666"/>
                </a:cubicBezTo>
                <a:cubicBezTo>
                  <a:pt x="116632" y="78929"/>
                  <a:pt x="127000" y="71264"/>
                  <a:pt x="127000" y="63401"/>
                </a:cubicBezTo>
                <a:cubicBezTo>
                  <a:pt x="127000" y="55885"/>
                  <a:pt x="117227" y="48592"/>
                  <a:pt x="103733" y="43954"/>
                </a:cubicBezTo>
                <a:close/>
                <a:moveTo>
                  <a:pt x="70172" y="22895"/>
                </a:moveTo>
                <a:cubicBezTo>
                  <a:pt x="79400" y="14858"/>
                  <a:pt x="88007" y="11708"/>
                  <a:pt x="91926" y="13965"/>
                </a:cubicBezTo>
                <a:cubicBezTo>
                  <a:pt x="96118" y="16371"/>
                  <a:pt x="97730" y="26095"/>
                  <a:pt x="95101" y="38869"/>
                </a:cubicBezTo>
                <a:cubicBezTo>
                  <a:pt x="94928" y="39712"/>
                  <a:pt x="94754" y="40531"/>
                  <a:pt x="94531" y="41349"/>
                </a:cubicBezTo>
                <a:cubicBezTo>
                  <a:pt x="89024" y="40109"/>
                  <a:pt x="83443" y="39216"/>
                  <a:pt x="77837" y="38720"/>
                </a:cubicBezTo>
                <a:cubicBezTo>
                  <a:pt x="74612" y="34106"/>
                  <a:pt x="71090" y="29691"/>
                  <a:pt x="67270" y="25549"/>
                </a:cubicBezTo>
                <a:cubicBezTo>
                  <a:pt x="68238" y="24631"/>
                  <a:pt x="69180" y="23763"/>
                  <a:pt x="70172" y="22895"/>
                </a:cubicBezTo>
                <a:close/>
                <a:moveTo>
                  <a:pt x="41473" y="76274"/>
                </a:moveTo>
                <a:cubicBezTo>
                  <a:pt x="42738" y="78432"/>
                  <a:pt x="44028" y="80590"/>
                  <a:pt x="45393" y="82699"/>
                </a:cubicBezTo>
                <a:cubicBezTo>
                  <a:pt x="41523" y="82277"/>
                  <a:pt x="37678" y="81657"/>
                  <a:pt x="33883" y="80838"/>
                </a:cubicBezTo>
                <a:cubicBezTo>
                  <a:pt x="34975" y="77267"/>
                  <a:pt x="36339" y="73571"/>
                  <a:pt x="37926" y="69800"/>
                </a:cubicBezTo>
                <a:cubicBezTo>
                  <a:pt x="39067" y="71983"/>
                  <a:pt x="40233" y="74141"/>
                  <a:pt x="41473" y="76274"/>
                </a:cubicBezTo>
                <a:close/>
                <a:moveTo>
                  <a:pt x="33958" y="46434"/>
                </a:moveTo>
                <a:cubicBezTo>
                  <a:pt x="37529" y="45641"/>
                  <a:pt x="41325" y="44996"/>
                  <a:pt x="45269" y="44500"/>
                </a:cubicBezTo>
                <a:cubicBezTo>
                  <a:pt x="43954" y="46558"/>
                  <a:pt x="42664" y="48667"/>
                  <a:pt x="41449" y="50800"/>
                </a:cubicBezTo>
                <a:cubicBezTo>
                  <a:pt x="40233" y="52908"/>
                  <a:pt x="39043" y="55066"/>
                  <a:pt x="37926" y="57249"/>
                </a:cubicBezTo>
                <a:cubicBezTo>
                  <a:pt x="36364" y="53553"/>
                  <a:pt x="35049" y="49932"/>
                  <a:pt x="33958" y="46434"/>
                </a:cubicBezTo>
                <a:close/>
                <a:moveTo>
                  <a:pt x="40754" y="63525"/>
                </a:moveTo>
                <a:cubicBezTo>
                  <a:pt x="42391" y="60102"/>
                  <a:pt x="44177" y="56753"/>
                  <a:pt x="46062" y="53454"/>
                </a:cubicBezTo>
                <a:cubicBezTo>
                  <a:pt x="47947" y="50155"/>
                  <a:pt x="49981" y="46955"/>
                  <a:pt x="52115" y="43805"/>
                </a:cubicBezTo>
                <a:cubicBezTo>
                  <a:pt x="55835" y="43532"/>
                  <a:pt x="59630" y="43383"/>
                  <a:pt x="63500" y="43383"/>
                </a:cubicBezTo>
                <a:cubicBezTo>
                  <a:pt x="67370" y="43383"/>
                  <a:pt x="71189" y="43532"/>
                  <a:pt x="74885" y="43805"/>
                </a:cubicBezTo>
                <a:cubicBezTo>
                  <a:pt x="76994" y="46930"/>
                  <a:pt x="79003" y="50130"/>
                  <a:pt x="80913" y="53404"/>
                </a:cubicBezTo>
                <a:cubicBezTo>
                  <a:pt x="82823" y="56679"/>
                  <a:pt x="84609" y="60027"/>
                  <a:pt x="86296" y="63426"/>
                </a:cubicBezTo>
                <a:cubicBezTo>
                  <a:pt x="84634" y="66849"/>
                  <a:pt x="82848" y="70222"/>
                  <a:pt x="80938" y="73546"/>
                </a:cubicBezTo>
                <a:cubicBezTo>
                  <a:pt x="79053" y="76845"/>
                  <a:pt x="77043" y="80045"/>
                  <a:pt x="74935" y="83220"/>
                </a:cubicBezTo>
                <a:cubicBezTo>
                  <a:pt x="71239" y="83493"/>
                  <a:pt x="67394" y="83617"/>
                  <a:pt x="63500" y="83617"/>
                </a:cubicBezTo>
                <a:cubicBezTo>
                  <a:pt x="59606" y="83617"/>
                  <a:pt x="55835" y="83493"/>
                  <a:pt x="52189" y="83269"/>
                </a:cubicBezTo>
                <a:cubicBezTo>
                  <a:pt x="50031" y="80119"/>
                  <a:pt x="47997" y="76895"/>
                  <a:pt x="46087" y="73596"/>
                </a:cubicBezTo>
                <a:cubicBezTo>
                  <a:pt x="44177" y="70296"/>
                  <a:pt x="42416" y="66948"/>
                  <a:pt x="40754" y="63525"/>
                </a:cubicBezTo>
                <a:close/>
                <a:moveTo>
                  <a:pt x="85551" y="76225"/>
                </a:moveTo>
                <a:cubicBezTo>
                  <a:pt x="86816" y="74042"/>
                  <a:pt x="88007" y="71834"/>
                  <a:pt x="89173" y="69602"/>
                </a:cubicBezTo>
                <a:cubicBezTo>
                  <a:pt x="90760" y="73199"/>
                  <a:pt x="92149" y="76845"/>
                  <a:pt x="93365" y="80590"/>
                </a:cubicBezTo>
                <a:cubicBezTo>
                  <a:pt x="89520" y="81459"/>
                  <a:pt x="85626" y="82128"/>
                  <a:pt x="81707" y="82575"/>
                </a:cubicBezTo>
                <a:cubicBezTo>
                  <a:pt x="83046" y="80491"/>
                  <a:pt x="84311" y="78358"/>
                  <a:pt x="85551" y="76225"/>
                </a:cubicBezTo>
                <a:close/>
                <a:moveTo>
                  <a:pt x="89123" y="57249"/>
                </a:moveTo>
                <a:cubicBezTo>
                  <a:pt x="87957" y="55066"/>
                  <a:pt x="86767" y="52884"/>
                  <a:pt x="85527" y="50750"/>
                </a:cubicBezTo>
                <a:cubicBezTo>
                  <a:pt x="84311" y="48642"/>
                  <a:pt x="83046" y="46558"/>
                  <a:pt x="81731" y="44500"/>
                </a:cubicBezTo>
                <a:cubicBezTo>
                  <a:pt x="85725" y="44996"/>
                  <a:pt x="89545" y="45665"/>
                  <a:pt x="93117" y="46484"/>
                </a:cubicBezTo>
                <a:cubicBezTo>
                  <a:pt x="91976" y="50155"/>
                  <a:pt x="90636" y="53727"/>
                  <a:pt x="89123" y="57249"/>
                </a:cubicBezTo>
                <a:close/>
                <a:moveTo>
                  <a:pt x="63550" y="29344"/>
                </a:moveTo>
                <a:cubicBezTo>
                  <a:pt x="66154" y="32172"/>
                  <a:pt x="68610" y="35148"/>
                  <a:pt x="70892" y="38224"/>
                </a:cubicBezTo>
                <a:cubicBezTo>
                  <a:pt x="65980" y="38001"/>
                  <a:pt x="61044" y="38001"/>
                  <a:pt x="56133" y="38224"/>
                </a:cubicBezTo>
                <a:cubicBezTo>
                  <a:pt x="58564" y="35024"/>
                  <a:pt x="61069" y="32048"/>
                  <a:pt x="63550" y="29344"/>
                </a:cubicBezTo>
                <a:close/>
                <a:moveTo>
                  <a:pt x="34776" y="14139"/>
                </a:moveTo>
                <a:cubicBezTo>
                  <a:pt x="38943" y="11708"/>
                  <a:pt x="48196" y="15180"/>
                  <a:pt x="57944" y="23812"/>
                </a:cubicBezTo>
                <a:cubicBezTo>
                  <a:pt x="58564" y="24358"/>
                  <a:pt x="59184" y="24954"/>
                  <a:pt x="59829" y="25549"/>
                </a:cubicBezTo>
                <a:cubicBezTo>
                  <a:pt x="55984" y="29691"/>
                  <a:pt x="52437" y="34106"/>
                  <a:pt x="49188" y="38720"/>
                </a:cubicBezTo>
                <a:cubicBezTo>
                  <a:pt x="43582" y="39216"/>
                  <a:pt x="38026" y="40084"/>
                  <a:pt x="32519" y="41300"/>
                </a:cubicBezTo>
                <a:cubicBezTo>
                  <a:pt x="32196" y="40035"/>
                  <a:pt x="31924" y="38745"/>
                  <a:pt x="31651" y="37455"/>
                </a:cubicBezTo>
                <a:cubicBezTo>
                  <a:pt x="29319" y="25450"/>
                  <a:pt x="30857" y="16396"/>
                  <a:pt x="34776" y="14139"/>
                </a:cubicBezTo>
                <a:close/>
                <a:moveTo>
                  <a:pt x="28699" y="79524"/>
                </a:moveTo>
                <a:cubicBezTo>
                  <a:pt x="27657" y="79226"/>
                  <a:pt x="26640" y="78904"/>
                  <a:pt x="25623" y="78556"/>
                </a:cubicBezTo>
                <a:cubicBezTo>
                  <a:pt x="20340" y="76895"/>
                  <a:pt x="14337" y="74265"/>
                  <a:pt x="9996" y="70817"/>
                </a:cubicBezTo>
                <a:cubicBezTo>
                  <a:pt x="7491" y="69081"/>
                  <a:pt x="5804" y="66402"/>
                  <a:pt x="5333" y="63401"/>
                </a:cubicBezTo>
                <a:cubicBezTo>
                  <a:pt x="5333" y="58862"/>
                  <a:pt x="13171" y="53057"/>
                  <a:pt x="24482" y="49113"/>
                </a:cubicBezTo>
                <a:cubicBezTo>
                  <a:pt x="25896" y="48617"/>
                  <a:pt x="27335" y="48171"/>
                  <a:pt x="28773" y="47749"/>
                </a:cubicBezTo>
                <a:cubicBezTo>
                  <a:pt x="30460" y="53132"/>
                  <a:pt x="32494" y="58415"/>
                  <a:pt x="34851" y="63525"/>
                </a:cubicBezTo>
                <a:cubicBezTo>
                  <a:pt x="32469" y="68709"/>
                  <a:pt x="30411" y="74067"/>
                  <a:pt x="28699" y="79524"/>
                </a:cubicBezTo>
                <a:close/>
                <a:moveTo>
                  <a:pt x="57621" y="103832"/>
                </a:moveTo>
                <a:cubicBezTo>
                  <a:pt x="53529" y="107578"/>
                  <a:pt x="48791" y="110554"/>
                  <a:pt x="43631" y="112588"/>
                </a:cubicBezTo>
                <a:cubicBezTo>
                  <a:pt x="40878" y="113903"/>
                  <a:pt x="37703" y="114027"/>
                  <a:pt x="34875" y="112911"/>
                </a:cubicBezTo>
                <a:cubicBezTo>
                  <a:pt x="30931" y="110629"/>
                  <a:pt x="29294" y="101873"/>
                  <a:pt x="31527" y="90091"/>
                </a:cubicBezTo>
                <a:cubicBezTo>
                  <a:pt x="31800" y="88702"/>
                  <a:pt x="32097" y="87313"/>
                  <a:pt x="32445" y="85948"/>
                </a:cubicBezTo>
                <a:cubicBezTo>
                  <a:pt x="38001" y="87139"/>
                  <a:pt x="43607" y="87957"/>
                  <a:pt x="49287" y="88379"/>
                </a:cubicBezTo>
                <a:cubicBezTo>
                  <a:pt x="52561" y="93018"/>
                  <a:pt x="56158" y="97458"/>
                  <a:pt x="60003" y="101625"/>
                </a:cubicBezTo>
                <a:cubicBezTo>
                  <a:pt x="59209" y="102394"/>
                  <a:pt x="58415" y="103138"/>
                  <a:pt x="57621" y="103832"/>
                </a:cubicBezTo>
                <a:close/>
                <a:moveTo>
                  <a:pt x="63698" y="97805"/>
                </a:moveTo>
                <a:cubicBezTo>
                  <a:pt x="61168" y="95076"/>
                  <a:pt x="58638" y="92050"/>
                  <a:pt x="56183" y="88801"/>
                </a:cubicBezTo>
                <a:cubicBezTo>
                  <a:pt x="58564" y="88900"/>
                  <a:pt x="61020" y="88950"/>
                  <a:pt x="63500" y="88950"/>
                </a:cubicBezTo>
                <a:cubicBezTo>
                  <a:pt x="66055" y="88950"/>
                  <a:pt x="68560" y="88900"/>
                  <a:pt x="71041" y="88776"/>
                </a:cubicBezTo>
                <a:cubicBezTo>
                  <a:pt x="68759" y="91926"/>
                  <a:pt x="66303" y="94928"/>
                  <a:pt x="63698" y="97805"/>
                </a:cubicBezTo>
                <a:close/>
                <a:moveTo>
                  <a:pt x="96118" y="105246"/>
                </a:moveTo>
                <a:cubicBezTo>
                  <a:pt x="95895" y="108272"/>
                  <a:pt x="94407" y="111100"/>
                  <a:pt x="92025" y="113010"/>
                </a:cubicBezTo>
                <a:cubicBezTo>
                  <a:pt x="88081" y="115292"/>
                  <a:pt x="79673" y="112316"/>
                  <a:pt x="70594" y="104527"/>
                </a:cubicBezTo>
                <a:cubicBezTo>
                  <a:pt x="69552" y="103634"/>
                  <a:pt x="68511" y="102667"/>
                  <a:pt x="67444" y="101674"/>
                </a:cubicBezTo>
                <a:cubicBezTo>
                  <a:pt x="71239" y="97482"/>
                  <a:pt x="74737" y="93042"/>
                  <a:pt x="77912" y="88379"/>
                </a:cubicBezTo>
                <a:cubicBezTo>
                  <a:pt x="83592" y="87908"/>
                  <a:pt x="89247" y="87040"/>
                  <a:pt x="94828" y="85775"/>
                </a:cubicBezTo>
                <a:cubicBezTo>
                  <a:pt x="95076" y="86792"/>
                  <a:pt x="95300" y="87809"/>
                  <a:pt x="95498" y="88801"/>
                </a:cubicBezTo>
                <a:cubicBezTo>
                  <a:pt x="96713" y="94159"/>
                  <a:pt x="96912" y="99740"/>
                  <a:pt x="96118" y="105246"/>
                </a:cubicBezTo>
                <a:close/>
                <a:moveTo>
                  <a:pt x="100633" y="78581"/>
                </a:moveTo>
                <a:cubicBezTo>
                  <a:pt x="99938" y="78804"/>
                  <a:pt x="99244" y="79028"/>
                  <a:pt x="98524" y="79226"/>
                </a:cubicBezTo>
                <a:cubicBezTo>
                  <a:pt x="96788" y="73819"/>
                  <a:pt x="94655" y="68535"/>
                  <a:pt x="92199" y="63401"/>
                </a:cubicBezTo>
                <a:cubicBezTo>
                  <a:pt x="94580" y="58341"/>
                  <a:pt x="96589" y="53132"/>
                  <a:pt x="98276" y="47799"/>
                </a:cubicBezTo>
                <a:cubicBezTo>
                  <a:pt x="99566" y="48171"/>
                  <a:pt x="100806" y="48568"/>
                  <a:pt x="101997" y="48964"/>
                </a:cubicBezTo>
                <a:cubicBezTo>
                  <a:pt x="113556" y="52933"/>
                  <a:pt x="121667" y="58837"/>
                  <a:pt x="121667" y="63351"/>
                </a:cubicBezTo>
                <a:cubicBezTo>
                  <a:pt x="121667" y="68213"/>
                  <a:pt x="113010" y="74488"/>
                  <a:pt x="100633" y="78581"/>
                </a:cubicBezTo>
                <a:close/>
                <a:moveTo>
                  <a:pt x="63500" y="74861"/>
                </a:moveTo>
                <a:cubicBezTo>
                  <a:pt x="69770" y="74861"/>
                  <a:pt x="74861" y="69770"/>
                  <a:pt x="74861" y="63500"/>
                </a:cubicBezTo>
                <a:cubicBezTo>
                  <a:pt x="74861" y="57230"/>
                  <a:pt x="69770" y="52139"/>
                  <a:pt x="63500" y="52139"/>
                </a:cubicBezTo>
                <a:cubicBezTo>
                  <a:pt x="57230" y="52139"/>
                  <a:pt x="52139" y="57230"/>
                  <a:pt x="52139" y="63500"/>
                </a:cubicBezTo>
                <a:cubicBezTo>
                  <a:pt x="52139" y="69770"/>
                  <a:pt x="57230" y="74861"/>
                  <a:pt x="63500" y="7486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" y="181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850" y="203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 rendering, Suspense, Hooks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600" y="2355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788" y="248285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00" y="2451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850" y="2673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safety, IntelliSense, refactoring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2600" y="299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1663" y="3117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91629" y="31750"/>
                </a:moveTo>
                <a:lnTo>
                  <a:pt x="83121" y="19844"/>
                </a:lnTo>
                <a:lnTo>
                  <a:pt x="28029" y="19844"/>
                </a:lnTo>
                <a:lnTo>
                  <a:pt x="19521" y="31750"/>
                </a:lnTo>
                <a:lnTo>
                  <a:pt x="91629" y="31750"/>
                </a:lnTo>
                <a:close/>
                <a:moveTo>
                  <a:pt x="0" y="36835"/>
                </a:moveTo>
                <a:cubicBezTo>
                  <a:pt x="0" y="33536"/>
                  <a:pt x="1042" y="30311"/>
                  <a:pt x="2952" y="27608"/>
                </a:cubicBezTo>
                <a:lnTo>
                  <a:pt x="15106" y="10616"/>
                </a:lnTo>
                <a:cubicBezTo>
                  <a:pt x="18083" y="6449"/>
                  <a:pt x="22895" y="3969"/>
                  <a:pt x="28004" y="3969"/>
                </a:cubicBezTo>
                <a:lnTo>
                  <a:pt x="83096" y="3969"/>
                </a:lnTo>
                <a:cubicBezTo>
                  <a:pt x="88230" y="3969"/>
                  <a:pt x="93042" y="6449"/>
                  <a:pt x="96019" y="10616"/>
                </a:cubicBezTo>
                <a:lnTo>
                  <a:pt x="108148" y="27608"/>
                </a:lnTo>
                <a:cubicBezTo>
                  <a:pt x="110083" y="30311"/>
                  <a:pt x="111100" y="33536"/>
                  <a:pt x="111100" y="36835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6835"/>
                </a:ln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6600" y="308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Redux Toolkit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7850" y="330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management, RTK Query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600" y="3625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93725" y="3752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7000" y="63500"/>
                </a:moveTo>
                <a:cubicBezTo>
                  <a:pt x="127000" y="63723"/>
                  <a:pt x="127000" y="63946"/>
                  <a:pt x="127000" y="64170"/>
                </a:cubicBezTo>
                <a:cubicBezTo>
                  <a:pt x="126901" y="73223"/>
                  <a:pt x="118666" y="79375"/>
                  <a:pt x="109612" y="79375"/>
                </a:cubicBezTo>
                <a:lnTo>
                  <a:pt x="85328" y="79375"/>
                </a:lnTo>
                <a:cubicBezTo>
                  <a:pt x="78755" y="79375"/>
                  <a:pt x="73422" y="84708"/>
                  <a:pt x="73422" y="91281"/>
                </a:cubicBezTo>
                <a:cubicBezTo>
                  <a:pt x="73422" y="92125"/>
                  <a:pt x="73521" y="92943"/>
                  <a:pt x="73670" y="93737"/>
                </a:cubicBezTo>
                <a:cubicBezTo>
                  <a:pt x="74191" y="96267"/>
                  <a:pt x="75282" y="98698"/>
                  <a:pt x="76349" y="101154"/>
                </a:cubicBezTo>
                <a:cubicBezTo>
                  <a:pt x="77862" y="104577"/>
                  <a:pt x="79350" y="107975"/>
                  <a:pt x="79350" y="111571"/>
                </a:cubicBezTo>
                <a:cubicBezTo>
                  <a:pt x="79350" y="119459"/>
                  <a:pt x="73992" y="126628"/>
                  <a:pt x="66104" y="126950"/>
                </a:cubicBezTo>
                <a:cubicBezTo>
                  <a:pt x="65236" y="126975"/>
                  <a:pt x="64368" y="127000"/>
                  <a:pt x="63475" y="127000"/>
                </a:cubicBezTo>
                <a:cubicBezTo>
                  <a:pt x="28401" y="127000"/>
                  <a:pt x="-25" y="98574"/>
                  <a:pt x="-25" y="63500"/>
                </a:cubicBezTo>
                <a:cubicBezTo>
                  <a:pt x="-25" y="28426"/>
                  <a:pt x="28426" y="0"/>
                  <a:pt x="63500" y="0"/>
                </a:cubicBezTo>
                <a:cubicBezTo>
                  <a:pt x="98574" y="0"/>
                  <a:pt x="127000" y="28426"/>
                  <a:pt x="127000" y="63500"/>
                </a:cubicBezTo>
                <a:close/>
                <a:moveTo>
                  <a:pt x="31750" y="71438"/>
                </a:moveTo>
                <a:cubicBezTo>
                  <a:pt x="31750" y="67057"/>
                  <a:pt x="28193" y="63500"/>
                  <a:pt x="23812" y="63500"/>
                </a:cubicBezTo>
                <a:cubicBezTo>
                  <a:pt x="19432" y="63500"/>
                  <a:pt x="15875" y="67057"/>
                  <a:pt x="15875" y="71438"/>
                </a:cubicBezTo>
                <a:cubicBezTo>
                  <a:pt x="15875" y="75818"/>
                  <a:pt x="19432" y="79375"/>
                  <a:pt x="23812" y="79375"/>
                </a:cubicBezTo>
                <a:cubicBezTo>
                  <a:pt x="28193" y="79375"/>
                  <a:pt x="31750" y="75818"/>
                  <a:pt x="31750" y="71438"/>
                </a:cubicBezTo>
                <a:close/>
                <a:moveTo>
                  <a:pt x="31750" y="47625"/>
                </a:moveTo>
                <a:cubicBezTo>
                  <a:pt x="36131" y="47625"/>
                  <a:pt x="39688" y="44068"/>
                  <a:pt x="39688" y="39688"/>
                </a:cubicBezTo>
                <a:cubicBezTo>
                  <a:pt x="39688" y="35307"/>
                  <a:pt x="36131" y="31750"/>
                  <a:pt x="31750" y="31750"/>
                </a:cubicBezTo>
                <a:cubicBezTo>
                  <a:pt x="27369" y="31750"/>
                  <a:pt x="23812" y="35307"/>
                  <a:pt x="23812" y="39688"/>
                </a:cubicBezTo>
                <a:cubicBezTo>
                  <a:pt x="23812" y="44068"/>
                  <a:pt x="27369" y="47625"/>
                  <a:pt x="31750" y="47625"/>
                </a:cubicBezTo>
                <a:close/>
                <a:moveTo>
                  <a:pt x="71438" y="23812"/>
                </a:moveTo>
                <a:cubicBezTo>
                  <a:pt x="71438" y="19432"/>
                  <a:pt x="67881" y="15875"/>
                  <a:pt x="63500" y="15875"/>
                </a:cubicBezTo>
                <a:cubicBezTo>
                  <a:pt x="59119" y="15875"/>
                  <a:pt x="55563" y="19432"/>
                  <a:pt x="55563" y="23812"/>
                </a:cubicBezTo>
                <a:cubicBezTo>
                  <a:pt x="55563" y="28193"/>
                  <a:pt x="59119" y="31750"/>
                  <a:pt x="63500" y="31750"/>
                </a:cubicBezTo>
                <a:cubicBezTo>
                  <a:pt x="67881" y="31750"/>
                  <a:pt x="71438" y="28193"/>
                  <a:pt x="71438" y="23812"/>
                </a:cubicBezTo>
                <a:close/>
                <a:moveTo>
                  <a:pt x="95250" y="47625"/>
                </a:moveTo>
                <a:cubicBezTo>
                  <a:pt x="99631" y="47625"/>
                  <a:pt x="103188" y="44068"/>
                  <a:pt x="103188" y="39688"/>
                </a:cubicBezTo>
                <a:cubicBezTo>
                  <a:pt x="103188" y="35307"/>
                  <a:pt x="99631" y="31750"/>
                  <a:pt x="95250" y="31750"/>
                </a:cubicBezTo>
                <a:cubicBezTo>
                  <a:pt x="90869" y="31750"/>
                  <a:pt x="87313" y="35307"/>
                  <a:pt x="87313" y="39688"/>
                </a:cubicBezTo>
                <a:cubicBezTo>
                  <a:pt x="87313" y="44068"/>
                  <a:pt x="90869" y="47625"/>
                  <a:pt x="95250" y="47625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22" name="Text 20"/>
          <p:cNvSpPr/>
          <p:nvPr/>
        </p:nvSpPr>
        <p:spPr>
          <a:xfrm>
            <a:off x="736600" y="3721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Material-UI v5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850" y="3943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library, theming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2600" y="426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93725" y="4387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5856D6"/>
          </a:solidFill>
          <a:ln/>
        </p:spPr>
      </p:sp>
      <p:sp>
        <p:nvSpPr>
          <p:cNvPr id="26" name="Text 24"/>
          <p:cNvSpPr/>
          <p:nvPr/>
        </p:nvSpPr>
        <p:spPr>
          <a:xfrm>
            <a:off x="736600" y="435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850" y="457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visualization, analytics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15309" y="1050925"/>
            <a:ext cx="3760787" cy="5483225"/>
          </a:xfrm>
          <a:custGeom>
            <a:avLst/>
            <a:gdLst/>
            <a:ahLst/>
            <a:cxnLst/>
            <a:rect l="l" t="t" r="r" b="b"/>
            <a:pathLst>
              <a:path w="3760787" h="5483225">
                <a:moveTo>
                  <a:pt x="127002" y="0"/>
                </a:moveTo>
                <a:lnTo>
                  <a:pt x="3633786" y="0"/>
                </a:lnTo>
                <a:cubicBezTo>
                  <a:pt x="3703927" y="0"/>
                  <a:pt x="3760788" y="56861"/>
                  <a:pt x="3760788" y="127002"/>
                </a:cubicBezTo>
                <a:lnTo>
                  <a:pt x="3760787" y="5356223"/>
                </a:lnTo>
                <a:cubicBezTo>
                  <a:pt x="3760788" y="5426364"/>
                  <a:pt x="3703927" y="5483225"/>
                  <a:pt x="3633786" y="5483225"/>
                </a:cubicBezTo>
                <a:lnTo>
                  <a:pt x="127002" y="5483225"/>
                </a:lnTo>
                <a:cubicBezTo>
                  <a:pt x="56861" y="5483225"/>
                  <a:pt x="0" y="5426364"/>
                  <a:pt x="0" y="5356223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77234" y="1212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281" y="13239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49609"/>
                </a:lnTo>
                <a:cubicBezTo>
                  <a:pt x="0" y="60554"/>
                  <a:pt x="8899" y="69453"/>
                  <a:pt x="19844" y="69453"/>
                </a:cubicBezTo>
                <a:lnTo>
                  <a:pt x="119062" y="69453"/>
                </a:lnTo>
                <a:cubicBezTo>
                  <a:pt x="130008" y="69453"/>
                  <a:pt x="138906" y="60554"/>
                  <a:pt x="138906" y="49609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86816" y="32246"/>
                </a:moveTo>
                <a:cubicBezTo>
                  <a:pt x="90923" y="32246"/>
                  <a:pt x="94258" y="35580"/>
                  <a:pt x="94258" y="39688"/>
                </a:cubicBezTo>
                <a:cubicBezTo>
                  <a:pt x="94258" y="43795"/>
                  <a:pt x="90923" y="47129"/>
                  <a:pt x="86816" y="47129"/>
                </a:cubicBezTo>
                <a:cubicBezTo>
                  <a:pt x="82709" y="47129"/>
                  <a:pt x="79375" y="43795"/>
                  <a:pt x="79375" y="39688"/>
                </a:cubicBezTo>
                <a:cubicBezTo>
                  <a:pt x="79375" y="35580"/>
                  <a:pt x="82709" y="32246"/>
                  <a:pt x="86816" y="32246"/>
                </a:cubicBezTo>
                <a:close/>
                <a:moveTo>
                  <a:pt x="104180" y="39688"/>
                </a:moveTo>
                <a:cubicBezTo>
                  <a:pt x="104180" y="35580"/>
                  <a:pt x="107514" y="32246"/>
                  <a:pt x="111621" y="32246"/>
                </a:cubicBezTo>
                <a:cubicBezTo>
                  <a:pt x="115728" y="32246"/>
                  <a:pt x="119062" y="35580"/>
                  <a:pt x="119062" y="39688"/>
                </a:cubicBezTo>
                <a:cubicBezTo>
                  <a:pt x="119062" y="43795"/>
                  <a:pt x="115728" y="47129"/>
                  <a:pt x="111621" y="47129"/>
                </a:cubicBezTo>
                <a:cubicBezTo>
                  <a:pt x="107514" y="47129"/>
                  <a:pt x="104180" y="43795"/>
                  <a:pt x="104180" y="39688"/>
                </a:cubicBezTo>
                <a:close/>
                <a:moveTo>
                  <a:pt x="19844" y="89297"/>
                </a:moveTo>
                <a:cubicBezTo>
                  <a:pt x="8899" y="89297"/>
                  <a:pt x="0" y="98196"/>
                  <a:pt x="0" y="109141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09141"/>
                </a:lnTo>
                <a:cubicBezTo>
                  <a:pt x="138906" y="98196"/>
                  <a:pt x="130008" y="89297"/>
                  <a:pt x="119062" y="89297"/>
                </a:cubicBezTo>
                <a:lnTo>
                  <a:pt x="19844" y="89297"/>
                </a:lnTo>
                <a:close/>
                <a:moveTo>
                  <a:pt x="86816" y="111621"/>
                </a:moveTo>
                <a:cubicBezTo>
                  <a:pt x="90923" y="111621"/>
                  <a:pt x="94258" y="114955"/>
                  <a:pt x="94258" y="119062"/>
                </a:cubicBezTo>
                <a:cubicBezTo>
                  <a:pt x="94258" y="123170"/>
                  <a:pt x="90923" y="126504"/>
                  <a:pt x="86816" y="126504"/>
                </a:cubicBezTo>
                <a:cubicBezTo>
                  <a:pt x="82709" y="126504"/>
                  <a:pt x="79375" y="123170"/>
                  <a:pt x="79375" y="119062"/>
                </a:cubicBezTo>
                <a:cubicBezTo>
                  <a:pt x="79375" y="114955"/>
                  <a:pt x="82709" y="111621"/>
                  <a:pt x="86816" y="111621"/>
                </a:cubicBezTo>
                <a:close/>
                <a:moveTo>
                  <a:pt x="104180" y="119062"/>
                </a:moveTo>
                <a:cubicBezTo>
                  <a:pt x="104180" y="114955"/>
                  <a:pt x="107514" y="111621"/>
                  <a:pt x="111621" y="111621"/>
                </a:cubicBezTo>
                <a:cubicBezTo>
                  <a:pt x="115728" y="111621"/>
                  <a:pt x="119062" y="114955"/>
                  <a:pt x="119062" y="119062"/>
                </a:cubicBezTo>
                <a:cubicBezTo>
                  <a:pt x="119062" y="123170"/>
                  <a:pt x="115728" y="126504"/>
                  <a:pt x="111621" y="126504"/>
                </a:cubicBezTo>
                <a:cubicBezTo>
                  <a:pt x="107514" y="126504"/>
                  <a:pt x="104180" y="123170"/>
                  <a:pt x="104180" y="1190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53484" y="1292227"/>
            <a:ext cx="690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77234" y="172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488359" y="1847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6904" y="1662"/>
                </a:moveTo>
                <a:cubicBezTo>
                  <a:pt x="118492" y="149"/>
                  <a:pt x="120799" y="-397"/>
                  <a:pt x="122932" y="298"/>
                </a:cubicBezTo>
                <a:cubicBezTo>
                  <a:pt x="125363" y="1116"/>
                  <a:pt x="127000" y="3398"/>
                  <a:pt x="127000" y="5953"/>
                </a:cubicBezTo>
                <a:lnTo>
                  <a:pt x="127000" y="52313"/>
                </a:lnTo>
                <a:cubicBezTo>
                  <a:pt x="127000" y="84857"/>
                  <a:pt x="100186" y="111125"/>
                  <a:pt x="67766" y="111125"/>
                </a:cubicBezTo>
                <a:cubicBezTo>
                  <a:pt x="48667" y="111125"/>
                  <a:pt x="32196" y="98847"/>
                  <a:pt x="26219" y="81682"/>
                </a:cubicBezTo>
                <a:cubicBezTo>
                  <a:pt x="17438" y="89322"/>
                  <a:pt x="11906" y="100558"/>
                  <a:pt x="11906" y="113109"/>
                </a:cubicBezTo>
                <a:cubicBezTo>
                  <a:pt x="11906" y="116408"/>
                  <a:pt x="9252" y="119063"/>
                  <a:pt x="5953" y="119063"/>
                </a:cubicBezTo>
                <a:cubicBezTo>
                  <a:pt x="2654" y="119063"/>
                  <a:pt x="0" y="116408"/>
                  <a:pt x="0" y="113109"/>
                </a:cubicBezTo>
                <a:cubicBezTo>
                  <a:pt x="0" y="94531"/>
                  <a:pt x="9475" y="78160"/>
                  <a:pt x="23837" y="68535"/>
                </a:cubicBezTo>
                <a:cubicBezTo>
                  <a:pt x="32593" y="62681"/>
                  <a:pt x="43036" y="59531"/>
                  <a:pt x="53578" y="59531"/>
                </a:cubicBezTo>
                <a:lnTo>
                  <a:pt x="73422" y="59531"/>
                </a:lnTo>
                <a:cubicBezTo>
                  <a:pt x="76721" y="59531"/>
                  <a:pt x="79375" y="56877"/>
                  <a:pt x="79375" y="53578"/>
                </a:cubicBezTo>
                <a:cubicBezTo>
                  <a:pt x="79375" y="50279"/>
                  <a:pt x="76721" y="47625"/>
                  <a:pt x="73422" y="47625"/>
                </a:cubicBezTo>
                <a:lnTo>
                  <a:pt x="53578" y="47625"/>
                </a:lnTo>
                <a:cubicBezTo>
                  <a:pt x="43731" y="47625"/>
                  <a:pt x="34404" y="49808"/>
                  <a:pt x="26045" y="53702"/>
                </a:cubicBezTo>
                <a:cubicBezTo>
                  <a:pt x="31824" y="36339"/>
                  <a:pt x="48171" y="23812"/>
                  <a:pt x="67469" y="23812"/>
                </a:cubicBezTo>
                <a:cubicBezTo>
                  <a:pt x="83939" y="23812"/>
                  <a:pt x="96193" y="18331"/>
                  <a:pt x="104353" y="12898"/>
                </a:cubicBezTo>
                <a:cubicBezTo>
                  <a:pt x="109116" y="9723"/>
                  <a:pt x="113159" y="5928"/>
                  <a:pt x="116929" y="166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4" name="Text 32"/>
          <p:cNvSpPr/>
          <p:nvPr/>
        </p:nvSpPr>
        <p:spPr>
          <a:xfrm>
            <a:off x="4631234" y="181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3.x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72484" y="203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Auto-config, embedded server, actuator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77234" y="2355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4480421" y="248285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5875" y="15875"/>
                </a:moveTo>
                <a:cubicBezTo>
                  <a:pt x="15875" y="11485"/>
                  <a:pt x="19422" y="7938"/>
                  <a:pt x="23812" y="7938"/>
                </a:cubicBezTo>
                <a:lnTo>
                  <a:pt x="111125" y="7938"/>
                </a:lnTo>
                <a:cubicBezTo>
                  <a:pt x="128662" y="7938"/>
                  <a:pt x="142875" y="22151"/>
                  <a:pt x="142875" y="39688"/>
                </a:cubicBezTo>
                <a:cubicBezTo>
                  <a:pt x="142875" y="57224"/>
                  <a:pt x="128662" y="71438"/>
                  <a:pt x="111125" y="71438"/>
                </a:cubicBezTo>
                <a:cubicBezTo>
                  <a:pt x="111125" y="84584"/>
                  <a:pt x="100459" y="95250"/>
                  <a:pt x="87313" y="95250"/>
                </a:cubicBezTo>
                <a:lnTo>
                  <a:pt x="39688" y="95250"/>
                </a:lnTo>
                <a:cubicBezTo>
                  <a:pt x="26541" y="95250"/>
                  <a:pt x="15875" y="84584"/>
                  <a:pt x="15875" y="71438"/>
                </a:cubicBezTo>
                <a:lnTo>
                  <a:pt x="15875" y="15875"/>
                </a:lnTo>
                <a:close/>
                <a:moveTo>
                  <a:pt x="127000" y="39688"/>
                </a:moveTo>
                <a:cubicBezTo>
                  <a:pt x="127000" y="30931"/>
                  <a:pt x="119881" y="23812"/>
                  <a:pt x="111125" y="23812"/>
                </a:cubicBezTo>
                <a:lnTo>
                  <a:pt x="111125" y="55563"/>
                </a:lnTo>
                <a:cubicBezTo>
                  <a:pt x="119881" y="55563"/>
                  <a:pt x="127000" y="48444"/>
                  <a:pt x="127000" y="39688"/>
                </a:cubicBezTo>
                <a:close/>
                <a:moveTo>
                  <a:pt x="15875" y="111125"/>
                </a:moveTo>
                <a:lnTo>
                  <a:pt x="111125" y="111125"/>
                </a:lnTo>
                <a:cubicBezTo>
                  <a:pt x="115515" y="111125"/>
                  <a:pt x="119063" y="114672"/>
                  <a:pt x="119063" y="119063"/>
                </a:cubicBezTo>
                <a:cubicBezTo>
                  <a:pt x="119063" y="123453"/>
                  <a:pt x="115515" y="127000"/>
                  <a:pt x="111125" y="127000"/>
                </a:cubicBezTo>
                <a:lnTo>
                  <a:pt x="15875" y="127000"/>
                </a:lnTo>
                <a:cubicBezTo>
                  <a:pt x="11485" y="127000"/>
                  <a:pt x="7938" y="123453"/>
                  <a:pt x="7938" y="119063"/>
                </a:cubicBezTo>
                <a:cubicBezTo>
                  <a:pt x="7938" y="114672"/>
                  <a:pt x="11485" y="111125"/>
                  <a:pt x="15875" y="111125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38" name="Text 36"/>
          <p:cNvSpPr/>
          <p:nvPr/>
        </p:nvSpPr>
        <p:spPr>
          <a:xfrm>
            <a:off x="4631234" y="2451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21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72484" y="2673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threads, pattern matching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77234" y="299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88359" y="3117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42" name="Text 40"/>
          <p:cNvSpPr/>
          <p:nvPr/>
        </p:nvSpPr>
        <p:spPr>
          <a:xfrm>
            <a:off x="4631234" y="308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72484" y="330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OAuth 2.0, JWT, RBAC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77234" y="3625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45" name="Shape 43"/>
          <p:cNvSpPr/>
          <p:nvPr/>
        </p:nvSpPr>
        <p:spPr>
          <a:xfrm>
            <a:off x="4496296" y="3752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46" name="Text 44"/>
          <p:cNvSpPr/>
          <p:nvPr/>
        </p:nvSpPr>
        <p:spPr>
          <a:xfrm>
            <a:off x="4631234" y="3721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72484" y="3943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 pattern, </a:t>
            </a:r>
            <a:r>
              <a:rPr lang="en-US" sz="875" dirty="0" err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QueryDSL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9942" y="1050925"/>
            <a:ext cx="3760787" cy="2673350"/>
          </a:xfrm>
          <a:custGeom>
            <a:avLst/>
            <a:gdLst/>
            <a:ahLst/>
            <a:cxnLst/>
            <a:rect l="l" t="t" r="r" b="b"/>
            <a:pathLst>
              <a:path w="3760787" h="2673350">
                <a:moveTo>
                  <a:pt x="127011" y="0"/>
                </a:moveTo>
                <a:lnTo>
                  <a:pt x="3633777" y="0"/>
                </a:lnTo>
                <a:cubicBezTo>
                  <a:pt x="3703876" y="0"/>
                  <a:pt x="3760787" y="56912"/>
                  <a:pt x="3760787" y="127011"/>
                </a:cubicBezTo>
                <a:lnTo>
                  <a:pt x="3760787" y="2546339"/>
                </a:lnTo>
                <a:cubicBezTo>
                  <a:pt x="3760787" y="2616485"/>
                  <a:pt x="3703923" y="2673350"/>
                  <a:pt x="3633777" y="2673350"/>
                </a:cubicBezTo>
                <a:lnTo>
                  <a:pt x="127011" y="2673350"/>
                </a:lnTo>
                <a:cubicBezTo>
                  <a:pt x="56912" y="2673350"/>
                  <a:pt x="0" y="2616438"/>
                  <a:pt x="0" y="2546339"/>
                </a:cubicBezTo>
                <a:lnTo>
                  <a:pt x="0" y="127011"/>
                </a:lnTo>
                <a:cubicBezTo>
                  <a:pt x="0" y="56912"/>
                  <a:pt x="56912" y="0"/>
                  <a:pt x="12701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71867" y="12128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54" name="Shape 52"/>
          <p:cNvSpPr/>
          <p:nvPr/>
        </p:nvSpPr>
        <p:spPr>
          <a:xfrm>
            <a:off x="8392914" y="13239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8748117" y="1292227"/>
            <a:ext cx="73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AI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1867" y="172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57" name="Shape 55"/>
          <p:cNvSpPr/>
          <p:nvPr/>
        </p:nvSpPr>
        <p:spPr>
          <a:xfrm>
            <a:off x="8390930" y="1847852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58" name="Text 56"/>
          <p:cNvSpPr/>
          <p:nvPr/>
        </p:nvSpPr>
        <p:spPr>
          <a:xfrm>
            <a:off x="8525867" y="181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17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67117" y="203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database, JSONB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1867" y="2355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1" name="Shape 59"/>
          <p:cNvSpPr/>
          <p:nvPr/>
        </p:nvSpPr>
        <p:spPr>
          <a:xfrm>
            <a:off x="8382992" y="2482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2" name="Text 60"/>
          <p:cNvSpPr/>
          <p:nvPr/>
        </p:nvSpPr>
        <p:spPr>
          <a:xfrm>
            <a:off x="8525867" y="2451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67117" y="2673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Full-text search, analytics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71867" y="2990852"/>
            <a:ext cx="3436938" cy="571500"/>
          </a:xfrm>
          <a:custGeom>
            <a:avLst/>
            <a:gdLst/>
            <a:ahLst/>
            <a:cxnLst/>
            <a:rect l="l" t="t" r="r" b="b"/>
            <a:pathLst>
              <a:path w="3436938" h="571500">
                <a:moveTo>
                  <a:pt x="95252" y="0"/>
                </a:moveTo>
                <a:lnTo>
                  <a:pt x="3341686" y="0"/>
                </a:lnTo>
                <a:cubicBezTo>
                  <a:pt x="3394292" y="0"/>
                  <a:pt x="3436938" y="42646"/>
                  <a:pt x="3436938" y="95252"/>
                </a:cubicBezTo>
                <a:lnTo>
                  <a:pt x="3436938" y="476248"/>
                </a:lnTo>
                <a:cubicBezTo>
                  <a:pt x="3436938" y="528854"/>
                  <a:pt x="3394292" y="571500"/>
                  <a:pt x="3341686" y="571500"/>
                </a:cubicBezTo>
                <a:lnTo>
                  <a:pt x="95252" y="571500"/>
                </a:lnTo>
                <a:cubicBezTo>
                  <a:pt x="42681" y="571500"/>
                  <a:pt x="0" y="528819"/>
                  <a:pt x="0" y="476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5F5F7"/>
          </a:solidFill>
          <a:ln/>
        </p:spPr>
      </p:sp>
      <p:sp>
        <p:nvSpPr>
          <p:cNvPr id="65" name="Shape 63"/>
          <p:cNvSpPr/>
          <p:nvPr/>
        </p:nvSpPr>
        <p:spPr>
          <a:xfrm>
            <a:off x="8382992" y="31178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FF9500"/>
          </a:solidFill>
          <a:ln/>
        </p:spPr>
      </p:sp>
      <p:sp>
        <p:nvSpPr>
          <p:cNvPr id="66" name="Text 64"/>
          <p:cNvSpPr/>
          <p:nvPr/>
        </p:nvSpPr>
        <p:spPr>
          <a:xfrm>
            <a:off x="8525867" y="3086102"/>
            <a:ext cx="3151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D1D1F"/>
                </a:solidFill>
                <a:latin typeface="Liter" pitchFamily="34" charset="0"/>
              </a:rPr>
              <a:t>AI Agents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67117" y="3308352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Gemini 3  API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orbytes.com/c1265b2321e9877ffde279ffc68acf9f39ef69ec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4256" r="4256"/>
          <a:stretch/>
        </p:blipFill>
        <p:spPr>
          <a:xfrm>
            <a:off x="-69011" y="0"/>
            <a:ext cx="12192000" cy="685857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78"/>
          </a:xfrm>
          <a:custGeom>
            <a:avLst/>
            <a:gdLst/>
            <a:ahLst/>
            <a:cxnLst/>
            <a:rect l="l" t="t" r="r" b="b"/>
            <a:pathLst>
              <a:path w="12192000" h="6858578">
                <a:moveTo>
                  <a:pt x="0" y="0"/>
                </a:moveTo>
                <a:lnTo>
                  <a:pt x="12192000" y="0"/>
                </a:lnTo>
                <a:lnTo>
                  <a:pt x="12192000" y="6858578"/>
                </a:lnTo>
                <a:lnTo>
                  <a:pt x="0" y="68585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20000"/>
                </a:srgbClr>
              </a:gs>
              <a:gs pos="50000">
                <a:srgbClr val="F5F5F7">
                  <a:alpha val="80000"/>
                </a:srgbClr>
              </a:gs>
              <a:gs pos="100000">
                <a:srgbClr val="34C759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24627" y="171955"/>
            <a:ext cx="3142745" cy="480655"/>
          </a:xfrm>
          <a:custGeom>
            <a:avLst/>
            <a:gdLst/>
            <a:ahLst/>
            <a:cxnLst/>
            <a:rect l="l" t="t" r="r" b="b"/>
            <a:pathLst>
              <a:path w="3142745" h="480655">
                <a:moveTo>
                  <a:pt x="240328" y="0"/>
                </a:moveTo>
                <a:lnTo>
                  <a:pt x="2902417" y="0"/>
                </a:lnTo>
                <a:cubicBezTo>
                  <a:pt x="3035146" y="0"/>
                  <a:pt x="3142745" y="107598"/>
                  <a:pt x="3142745" y="240328"/>
                </a:cubicBezTo>
                <a:lnTo>
                  <a:pt x="3142745" y="240328"/>
                </a:lnTo>
                <a:cubicBezTo>
                  <a:pt x="3142745" y="373057"/>
                  <a:pt x="3035146" y="480655"/>
                  <a:pt x="2902417" y="480655"/>
                </a:cubicBezTo>
                <a:lnTo>
                  <a:pt x="240328" y="480655"/>
                </a:lnTo>
                <a:cubicBezTo>
                  <a:pt x="107598" y="480655"/>
                  <a:pt x="0" y="373057"/>
                  <a:pt x="0" y="240328"/>
                </a:cubicBezTo>
                <a:lnTo>
                  <a:pt x="0" y="240328"/>
                </a:lnTo>
                <a:cubicBezTo>
                  <a:pt x="0" y="107598"/>
                  <a:pt x="107598" y="0"/>
                  <a:pt x="240328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231084" dist="1848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760332" y="301362"/>
            <a:ext cx="249571" cy="221841"/>
          </a:xfrm>
          <a:custGeom>
            <a:avLst/>
            <a:gdLst/>
            <a:ahLst/>
            <a:cxnLst/>
            <a:rect l="l" t="t" r="r" b="b"/>
            <a:pathLst>
              <a:path w="249571" h="221841">
                <a:moveTo>
                  <a:pt x="20798" y="84837"/>
                </a:moveTo>
                <a:lnTo>
                  <a:pt x="111440" y="122142"/>
                </a:lnTo>
                <a:cubicBezTo>
                  <a:pt x="115687" y="123876"/>
                  <a:pt x="120193" y="124785"/>
                  <a:pt x="124785" y="124785"/>
                </a:cubicBezTo>
                <a:cubicBezTo>
                  <a:pt x="129378" y="124785"/>
                  <a:pt x="133884" y="123876"/>
                  <a:pt x="138131" y="122142"/>
                </a:cubicBezTo>
                <a:lnTo>
                  <a:pt x="243158" y="78901"/>
                </a:lnTo>
                <a:cubicBezTo>
                  <a:pt x="247058" y="77298"/>
                  <a:pt x="249571" y="73528"/>
                  <a:pt x="249571" y="69325"/>
                </a:cubicBezTo>
                <a:cubicBezTo>
                  <a:pt x="249571" y="65122"/>
                  <a:pt x="247058" y="61353"/>
                  <a:pt x="243158" y="59750"/>
                </a:cubicBezTo>
                <a:lnTo>
                  <a:pt x="138131" y="16508"/>
                </a:lnTo>
                <a:cubicBezTo>
                  <a:pt x="133884" y="14775"/>
                  <a:pt x="129378" y="13865"/>
                  <a:pt x="124785" y="13865"/>
                </a:cubicBezTo>
                <a:cubicBezTo>
                  <a:pt x="120193" y="13865"/>
                  <a:pt x="115687" y="14775"/>
                  <a:pt x="111440" y="16508"/>
                </a:cubicBezTo>
                <a:lnTo>
                  <a:pt x="6413" y="59750"/>
                </a:lnTo>
                <a:cubicBezTo>
                  <a:pt x="2513" y="61353"/>
                  <a:pt x="0" y="65122"/>
                  <a:pt x="0" y="69325"/>
                </a:cubicBezTo>
                <a:lnTo>
                  <a:pt x="0" y="197577"/>
                </a:lnTo>
                <a:cubicBezTo>
                  <a:pt x="0" y="203340"/>
                  <a:pt x="4636" y="207976"/>
                  <a:pt x="10399" y="207976"/>
                </a:cubicBezTo>
                <a:cubicBezTo>
                  <a:pt x="16161" y="207976"/>
                  <a:pt x="20798" y="203340"/>
                  <a:pt x="20798" y="197577"/>
                </a:cubicBezTo>
                <a:lnTo>
                  <a:pt x="20798" y="84837"/>
                </a:lnTo>
                <a:close/>
                <a:moveTo>
                  <a:pt x="41595" y="115903"/>
                </a:moveTo>
                <a:lnTo>
                  <a:pt x="41595" y="166381"/>
                </a:lnTo>
                <a:cubicBezTo>
                  <a:pt x="41595" y="189345"/>
                  <a:pt x="78857" y="207976"/>
                  <a:pt x="124785" y="207976"/>
                </a:cubicBezTo>
                <a:cubicBezTo>
                  <a:pt x="170713" y="207976"/>
                  <a:pt x="207976" y="189345"/>
                  <a:pt x="207976" y="166381"/>
                </a:cubicBezTo>
                <a:lnTo>
                  <a:pt x="207976" y="115860"/>
                </a:lnTo>
                <a:lnTo>
                  <a:pt x="146060" y="141380"/>
                </a:lnTo>
                <a:cubicBezTo>
                  <a:pt x="139300" y="144153"/>
                  <a:pt x="132108" y="145583"/>
                  <a:pt x="124785" y="145583"/>
                </a:cubicBezTo>
                <a:cubicBezTo>
                  <a:pt x="117463" y="145583"/>
                  <a:pt x="110270" y="144153"/>
                  <a:pt x="103511" y="141380"/>
                </a:cubicBezTo>
                <a:lnTo>
                  <a:pt x="41595" y="115860"/>
                </a:ln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6" name="Text 3"/>
          <p:cNvSpPr/>
          <p:nvPr/>
        </p:nvSpPr>
        <p:spPr>
          <a:xfrm>
            <a:off x="5093094" y="282875"/>
            <a:ext cx="2394032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0" b="1" kern="0" spc="33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FUTURE OF EDUCATION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32237" y="827281"/>
            <a:ext cx="5130068" cy="138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6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Building the Future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67" b="1" dirty="0">
                <a:solidFill>
                  <a:srgbClr val="1D1D1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of Education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56993" y="2435627"/>
            <a:ext cx="1478939" cy="0"/>
          </a:xfrm>
          <a:custGeom>
            <a:avLst/>
            <a:gdLst/>
            <a:ahLst/>
            <a:cxnLst/>
            <a:rect l="l" t="t" r="r" b="b"/>
            <a:pathLst>
              <a:path w="1478939">
                <a:moveTo>
                  <a:pt x="0" y="0"/>
                </a:moveTo>
                <a:lnTo>
                  <a:pt x="1478939" y="0"/>
                </a:lnTo>
                <a:lnTo>
                  <a:pt x="1478939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1899974" y="2731415"/>
            <a:ext cx="8392976" cy="1081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47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Skillforge AI represents a paradigm shift in educational technology—combining cutting-edge AI with robust architecture to deliver truly personalized learning experiences at scale.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63859" y="4182623"/>
            <a:ext cx="2957877" cy="1959594"/>
          </a:xfrm>
          <a:custGeom>
            <a:avLst/>
            <a:gdLst/>
            <a:ahLst/>
            <a:cxnLst/>
            <a:rect l="l" t="t" r="r" b="b"/>
            <a:pathLst>
              <a:path w="2957877" h="1959594">
                <a:moveTo>
                  <a:pt x="147891" y="0"/>
                </a:moveTo>
                <a:lnTo>
                  <a:pt x="2809987" y="0"/>
                </a:lnTo>
                <a:cubicBezTo>
                  <a:pt x="2891664" y="0"/>
                  <a:pt x="2957877" y="66213"/>
                  <a:pt x="2957877" y="147891"/>
                </a:cubicBezTo>
                <a:lnTo>
                  <a:pt x="2957877" y="1811703"/>
                </a:lnTo>
                <a:cubicBezTo>
                  <a:pt x="2957877" y="1893381"/>
                  <a:pt x="2891664" y="1959594"/>
                  <a:pt x="2809987" y="1959594"/>
                </a:cubicBezTo>
                <a:lnTo>
                  <a:pt x="147891" y="1959594"/>
                </a:lnTo>
                <a:cubicBezTo>
                  <a:pt x="66213" y="1959594"/>
                  <a:pt x="0" y="1893381"/>
                  <a:pt x="0" y="1811703"/>
                </a:cubicBezTo>
                <a:lnTo>
                  <a:pt x="0" y="147891"/>
                </a:lnTo>
                <a:cubicBezTo>
                  <a:pt x="0" y="66268"/>
                  <a:pt x="66268" y="0"/>
                  <a:pt x="14789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231084" dist="1848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47010" y="4404464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706458" y="4561601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64992" y="30330"/>
                </a:moveTo>
                <a:cubicBezTo>
                  <a:pt x="64992" y="13594"/>
                  <a:pt x="78587" y="0"/>
                  <a:pt x="95322" y="0"/>
                </a:cubicBezTo>
                <a:lnTo>
                  <a:pt x="108321" y="0"/>
                </a:lnTo>
                <a:cubicBezTo>
                  <a:pt x="117907" y="0"/>
                  <a:pt x="125652" y="7745"/>
                  <a:pt x="125652" y="17331"/>
                </a:cubicBezTo>
                <a:lnTo>
                  <a:pt x="125652" y="259970"/>
                </a:lnTo>
                <a:cubicBezTo>
                  <a:pt x="125652" y="269556"/>
                  <a:pt x="117907" y="277301"/>
                  <a:pt x="108321" y="277301"/>
                </a:cubicBezTo>
                <a:lnTo>
                  <a:pt x="90989" y="277301"/>
                </a:lnTo>
                <a:cubicBezTo>
                  <a:pt x="74850" y="277301"/>
                  <a:pt x="61255" y="266252"/>
                  <a:pt x="57410" y="251304"/>
                </a:cubicBezTo>
                <a:cubicBezTo>
                  <a:pt x="57031" y="251304"/>
                  <a:pt x="56706" y="251304"/>
                  <a:pt x="56327" y="251304"/>
                </a:cubicBezTo>
                <a:cubicBezTo>
                  <a:pt x="32388" y="251304"/>
                  <a:pt x="12998" y="231915"/>
                  <a:pt x="12998" y="207976"/>
                </a:cubicBezTo>
                <a:cubicBezTo>
                  <a:pt x="12998" y="198227"/>
                  <a:pt x="16248" y="189236"/>
                  <a:pt x="21664" y="181979"/>
                </a:cubicBezTo>
                <a:cubicBezTo>
                  <a:pt x="11157" y="174071"/>
                  <a:pt x="4333" y="161506"/>
                  <a:pt x="4333" y="147316"/>
                </a:cubicBezTo>
                <a:cubicBezTo>
                  <a:pt x="4333" y="130581"/>
                  <a:pt x="13865" y="116011"/>
                  <a:pt x="27730" y="108808"/>
                </a:cubicBezTo>
                <a:cubicBezTo>
                  <a:pt x="23885" y="102309"/>
                  <a:pt x="21664" y="94726"/>
                  <a:pt x="21664" y="86657"/>
                </a:cubicBezTo>
                <a:cubicBezTo>
                  <a:pt x="21664" y="62718"/>
                  <a:pt x="41054" y="43328"/>
                  <a:pt x="64992" y="43328"/>
                </a:cubicBezTo>
                <a:lnTo>
                  <a:pt x="64992" y="30330"/>
                </a:lnTo>
                <a:close/>
                <a:moveTo>
                  <a:pt x="212309" y="30330"/>
                </a:moveTo>
                <a:lnTo>
                  <a:pt x="212309" y="43328"/>
                </a:lnTo>
                <a:cubicBezTo>
                  <a:pt x="236247" y="43328"/>
                  <a:pt x="255637" y="62718"/>
                  <a:pt x="255637" y="86657"/>
                </a:cubicBezTo>
                <a:cubicBezTo>
                  <a:pt x="255637" y="94781"/>
                  <a:pt x="253416" y="102363"/>
                  <a:pt x="249571" y="108808"/>
                </a:cubicBezTo>
                <a:cubicBezTo>
                  <a:pt x="263490" y="116011"/>
                  <a:pt x="272968" y="130526"/>
                  <a:pt x="272968" y="147316"/>
                </a:cubicBezTo>
                <a:cubicBezTo>
                  <a:pt x="272968" y="161506"/>
                  <a:pt x="266144" y="174071"/>
                  <a:pt x="255637" y="181979"/>
                </a:cubicBezTo>
                <a:cubicBezTo>
                  <a:pt x="261053" y="189236"/>
                  <a:pt x="264303" y="198227"/>
                  <a:pt x="264303" y="207976"/>
                </a:cubicBezTo>
                <a:cubicBezTo>
                  <a:pt x="264303" y="231915"/>
                  <a:pt x="244913" y="251304"/>
                  <a:pt x="220974" y="251304"/>
                </a:cubicBezTo>
                <a:cubicBezTo>
                  <a:pt x="220595" y="251304"/>
                  <a:pt x="220270" y="251304"/>
                  <a:pt x="219891" y="251304"/>
                </a:cubicBezTo>
                <a:cubicBezTo>
                  <a:pt x="216046" y="266252"/>
                  <a:pt x="202451" y="277301"/>
                  <a:pt x="186312" y="277301"/>
                </a:cubicBezTo>
                <a:lnTo>
                  <a:pt x="168980" y="277301"/>
                </a:lnTo>
                <a:cubicBezTo>
                  <a:pt x="159394" y="277301"/>
                  <a:pt x="151649" y="269556"/>
                  <a:pt x="151649" y="259970"/>
                </a:cubicBezTo>
                <a:lnTo>
                  <a:pt x="151649" y="17331"/>
                </a:lnTo>
                <a:cubicBezTo>
                  <a:pt x="151649" y="7745"/>
                  <a:pt x="159394" y="0"/>
                  <a:pt x="168980" y="0"/>
                </a:cubicBezTo>
                <a:lnTo>
                  <a:pt x="181979" y="0"/>
                </a:lnTo>
                <a:cubicBezTo>
                  <a:pt x="198714" y="0"/>
                  <a:pt x="212309" y="13594"/>
                  <a:pt x="212309" y="3033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3" name="Text 10"/>
          <p:cNvSpPr/>
          <p:nvPr/>
        </p:nvSpPr>
        <p:spPr>
          <a:xfrm>
            <a:off x="1539483" y="5143933"/>
            <a:ext cx="260662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48726" y="5476694"/>
            <a:ext cx="2588143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learning algorithms personalize every interaction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71188" y="4182623"/>
            <a:ext cx="2957877" cy="1959594"/>
          </a:xfrm>
          <a:custGeom>
            <a:avLst/>
            <a:gdLst/>
            <a:ahLst/>
            <a:cxnLst/>
            <a:rect l="l" t="t" r="r" b="b"/>
            <a:pathLst>
              <a:path w="2957877" h="1959594">
                <a:moveTo>
                  <a:pt x="147891" y="0"/>
                </a:moveTo>
                <a:lnTo>
                  <a:pt x="2809987" y="0"/>
                </a:lnTo>
                <a:cubicBezTo>
                  <a:pt x="2891664" y="0"/>
                  <a:pt x="2957877" y="66213"/>
                  <a:pt x="2957877" y="147891"/>
                </a:cubicBezTo>
                <a:lnTo>
                  <a:pt x="2957877" y="1811703"/>
                </a:lnTo>
                <a:cubicBezTo>
                  <a:pt x="2957877" y="1893381"/>
                  <a:pt x="2891664" y="1959594"/>
                  <a:pt x="2809987" y="1959594"/>
                </a:cubicBezTo>
                <a:lnTo>
                  <a:pt x="147891" y="1959594"/>
                </a:lnTo>
                <a:cubicBezTo>
                  <a:pt x="66213" y="1959594"/>
                  <a:pt x="0" y="1893381"/>
                  <a:pt x="0" y="1811703"/>
                </a:cubicBezTo>
                <a:lnTo>
                  <a:pt x="0" y="147891"/>
                </a:lnTo>
                <a:cubicBezTo>
                  <a:pt x="0" y="66268"/>
                  <a:pt x="66268" y="0"/>
                  <a:pt x="14789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231084" dist="18486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54339" y="4404464"/>
            <a:ext cx="591575" cy="591575"/>
          </a:xfrm>
          <a:custGeom>
            <a:avLst/>
            <a:gdLst/>
            <a:ahLst/>
            <a:cxnLst/>
            <a:rect l="l" t="t" r="r" b="b"/>
            <a:pathLst>
              <a:path w="591575" h="591575">
                <a:moveTo>
                  <a:pt x="295788" y="0"/>
                </a:moveTo>
                <a:lnTo>
                  <a:pt x="295788" y="0"/>
                </a:lnTo>
                <a:cubicBezTo>
                  <a:pt x="459037" y="0"/>
                  <a:pt x="591575" y="132538"/>
                  <a:pt x="591575" y="295788"/>
                </a:cubicBezTo>
                <a:lnTo>
                  <a:pt x="591575" y="295788"/>
                </a:lnTo>
                <a:cubicBezTo>
                  <a:pt x="591575" y="459037"/>
                  <a:pt x="459037" y="591575"/>
                  <a:pt x="295788" y="591575"/>
                </a:cubicBezTo>
                <a:lnTo>
                  <a:pt x="295788" y="591575"/>
                </a:lnTo>
                <a:cubicBezTo>
                  <a:pt x="132538" y="591575"/>
                  <a:pt x="0" y="459037"/>
                  <a:pt x="0" y="295788"/>
                </a:cubicBezTo>
                <a:lnTo>
                  <a:pt x="0" y="295788"/>
                </a:lnTo>
                <a:cubicBezTo>
                  <a:pt x="0" y="132538"/>
                  <a:pt x="132538" y="0"/>
                  <a:pt x="295788" y="0"/>
                </a:cubicBezTo>
                <a:close/>
              </a:path>
            </a:pathLst>
          </a:custGeom>
          <a:solidFill>
            <a:srgbClr val="AF52DE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9213787" y="4561601"/>
            <a:ext cx="277301" cy="277301"/>
          </a:xfrm>
          <a:custGeom>
            <a:avLst/>
            <a:gdLst/>
            <a:ahLst/>
            <a:cxnLst/>
            <a:rect l="l" t="t" r="r" b="b"/>
            <a:pathLst>
              <a:path w="277301" h="277301">
                <a:moveTo>
                  <a:pt x="138650" y="0"/>
                </a:moveTo>
                <a:cubicBezTo>
                  <a:pt x="141142" y="0"/>
                  <a:pt x="143633" y="542"/>
                  <a:pt x="145908" y="1571"/>
                </a:cubicBezTo>
                <a:lnTo>
                  <a:pt x="247946" y="44845"/>
                </a:lnTo>
                <a:cubicBezTo>
                  <a:pt x="259861" y="49882"/>
                  <a:pt x="268744" y="61634"/>
                  <a:pt x="268689" y="75824"/>
                </a:cubicBezTo>
                <a:cubicBezTo>
                  <a:pt x="268419" y="129552"/>
                  <a:pt x="246321" y="227853"/>
                  <a:pt x="153003" y="272535"/>
                </a:cubicBezTo>
                <a:cubicBezTo>
                  <a:pt x="143958" y="276868"/>
                  <a:pt x="133451" y="276868"/>
                  <a:pt x="124406" y="272535"/>
                </a:cubicBezTo>
                <a:cubicBezTo>
                  <a:pt x="31034" y="227853"/>
                  <a:pt x="8991" y="129552"/>
                  <a:pt x="8720" y="75824"/>
                </a:cubicBezTo>
                <a:cubicBezTo>
                  <a:pt x="8666" y="61634"/>
                  <a:pt x="17548" y="49882"/>
                  <a:pt x="29463" y="44845"/>
                </a:cubicBezTo>
                <a:lnTo>
                  <a:pt x="131447" y="1571"/>
                </a:lnTo>
                <a:cubicBezTo>
                  <a:pt x="133722" y="542"/>
                  <a:pt x="136159" y="0"/>
                  <a:pt x="138650" y="0"/>
                </a:cubicBezTo>
                <a:close/>
                <a:moveTo>
                  <a:pt x="138650" y="36179"/>
                </a:moveTo>
                <a:lnTo>
                  <a:pt x="138650" y="240959"/>
                </a:lnTo>
                <a:cubicBezTo>
                  <a:pt x="213392" y="204780"/>
                  <a:pt x="233485" y="124623"/>
                  <a:pt x="233973" y="76637"/>
                </a:cubicBezTo>
                <a:lnTo>
                  <a:pt x="138650" y="36233"/>
                </a:lnTo>
                <a:lnTo>
                  <a:pt x="138650" y="36233"/>
                </a:ln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812" y="5143933"/>
            <a:ext cx="260662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6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&amp; Reliable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56056" y="5476694"/>
            <a:ext cx="2588143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99.9% uptime with enterprise security standards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283193" y="4601919"/>
            <a:ext cx="1294071" cy="443682"/>
          </a:xfrm>
          <a:custGeom>
            <a:avLst/>
            <a:gdLst/>
            <a:ahLst/>
            <a:cxnLst/>
            <a:rect l="l" t="t" r="r" b="b"/>
            <a:pathLst>
              <a:path w="1294071" h="443682">
                <a:moveTo>
                  <a:pt x="221841" y="0"/>
                </a:moveTo>
                <a:lnTo>
                  <a:pt x="1072230" y="0"/>
                </a:lnTo>
                <a:cubicBezTo>
                  <a:pt x="1194750" y="0"/>
                  <a:pt x="1294071" y="99322"/>
                  <a:pt x="1294071" y="221841"/>
                </a:cubicBezTo>
                <a:lnTo>
                  <a:pt x="1294071" y="221841"/>
                </a:lnTo>
                <a:cubicBezTo>
                  <a:pt x="1294071" y="344360"/>
                  <a:pt x="1194750" y="443682"/>
                  <a:pt x="1072230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528142" y="4731327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50999" y="63981"/>
                </a:moveTo>
                <a:cubicBezTo>
                  <a:pt x="149049" y="63332"/>
                  <a:pt x="147100" y="62718"/>
                  <a:pt x="145150" y="62140"/>
                </a:cubicBezTo>
                <a:cubicBezTo>
                  <a:pt x="145475" y="60804"/>
                  <a:pt x="145764" y="59468"/>
                  <a:pt x="146052" y="58132"/>
                </a:cubicBezTo>
                <a:cubicBezTo>
                  <a:pt x="150494" y="36612"/>
                  <a:pt x="147569" y="19317"/>
                  <a:pt x="137712" y="13612"/>
                </a:cubicBezTo>
                <a:cubicBezTo>
                  <a:pt x="128216" y="8160"/>
                  <a:pt x="112726" y="13829"/>
                  <a:pt x="97055" y="27477"/>
                </a:cubicBezTo>
                <a:cubicBezTo>
                  <a:pt x="95503" y="28813"/>
                  <a:pt x="93986" y="30221"/>
                  <a:pt x="92542" y="31630"/>
                </a:cubicBezTo>
                <a:cubicBezTo>
                  <a:pt x="91567" y="30691"/>
                  <a:pt x="90556" y="29752"/>
                  <a:pt x="89545" y="28849"/>
                </a:cubicBezTo>
                <a:cubicBezTo>
                  <a:pt x="73116" y="14262"/>
                  <a:pt x="56652" y="8124"/>
                  <a:pt x="46795" y="13865"/>
                </a:cubicBezTo>
                <a:cubicBezTo>
                  <a:pt x="37335" y="19353"/>
                  <a:pt x="34518" y="35638"/>
                  <a:pt x="38490" y="56002"/>
                </a:cubicBezTo>
                <a:cubicBezTo>
                  <a:pt x="38887" y="58024"/>
                  <a:pt x="39320" y="60010"/>
                  <a:pt x="39826" y="62032"/>
                </a:cubicBezTo>
                <a:cubicBezTo>
                  <a:pt x="37515" y="62682"/>
                  <a:pt x="35240" y="63404"/>
                  <a:pt x="33110" y="64162"/>
                </a:cubicBezTo>
                <a:cubicBezTo>
                  <a:pt x="13829" y="70842"/>
                  <a:pt x="0" y="81385"/>
                  <a:pt x="0" y="92289"/>
                </a:cubicBezTo>
                <a:cubicBezTo>
                  <a:pt x="0" y="103555"/>
                  <a:pt x="14732" y="114856"/>
                  <a:pt x="34771" y="121716"/>
                </a:cubicBezTo>
                <a:cubicBezTo>
                  <a:pt x="36396" y="122258"/>
                  <a:pt x="38021" y="122800"/>
                  <a:pt x="39681" y="123269"/>
                </a:cubicBezTo>
                <a:cubicBezTo>
                  <a:pt x="39140" y="125435"/>
                  <a:pt x="38670" y="127566"/>
                  <a:pt x="38237" y="129768"/>
                </a:cubicBezTo>
                <a:cubicBezTo>
                  <a:pt x="34446" y="149808"/>
                  <a:pt x="37407" y="165695"/>
                  <a:pt x="46867" y="171147"/>
                </a:cubicBezTo>
                <a:cubicBezTo>
                  <a:pt x="56616" y="176779"/>
                  <a:pt x="73008" y="171002"/>
                  <a:pt x="88967" y="157029"/>
                </a:cubicBezTo>
                <a:cubicBezTo>
                  <a:pt x="90231" y="155910"/>
                  <a:pt x="91495" y="154754"/>
                  <a:pt x="92759" y="153527"/>
                </a:cubicBezTo>
                <a:cubicBezTo>
                  <a:pt x="94347" y="155079"/>
                  <a:pt x="96008" y="156560"/>
                  <a:pt x="97669" y="158004"/>
                </a:cubicBezTo>
                <a:cubicBezTo>
                  <a:pt x="113123" y="171291"/>
                  <a:pt x="128396" y="176671"/>
                  <a:pt x="137820" y="171219"/>
                </a:cubicBezTo>
                <a:cubicBezTo>
                  <a:pt x="147569" y="165586"/>
                  <a:pt x="150746" y="148508"/>
                  <a:pt x="146630" y="127710"/>
                </a:cubicBezTo>
                <a:cubicBezTo>
                  <a:pt x="146305" y="126121"/>
                  <a:pt x="145944" y="124497"/>
                  <a:pt x="145547" y="122836"/>
                </a:cubicBezTo>
                <a:cubicBezTo>
                  <a:pt x="146702" y="122511"/>
                  <a:pt x="147822" y="122150"/>
                  <a:pt x="148941" y="121789"/>
                </a:cubicBezTo>
                <a:cubicBezTo>
                  <a:pt x="169775" y="114892"/>
                  <a:pt x="184867" y="103735"/>
                  <a:pt x="184867" y="92289"/>
                </a:cubicBezTo>
                <a:cubicBezTo>
                  <a:pt x="184867" y="81349"/>
                  <a:pt x="170641" y="70733"/>
                  <a:pt x="150999" y="63981"/>
                </a:cubicBezTo>
                <a:close/>
                <a:moveTo>
                  <a:pt x="102146" y="33327"/>
                </a:moveTo>
                <a:cubicBezTo>
                  <a:pt x="115578" y="21628"/>
                  <a:pt x="128107" y="17042"/>
                  <a:pt x="133812" y="20328"/>
                </a:cubicBezTo>
                <a:cubicBezTo>
                  <a:pt x="139914" y="23831"/>
                  <a:pt x="142261" y="37984"/>
                  <a:pt x="138434" y="56580"/>
                </a:cubicBezTo>
                <a:cubicBezTo>
                  <a:pt x="138181" y="57807"/>
                  <a:pt x="137928" y="58999"/>
                  <a:pt x="137603" y="60190"/>
                </a:cubicBezTo>
                <a:cubicBezTo>
                  <a:pt x="129588" y="58385"/>
                  <a:pt x="121464" y="57085"/>
                  <a:pt x="113303" y="56363"/>
                </a:cubicBezTo>
                <a:cubicBezTo>
                  <a:pt x="108610" y="49647"/>
                  <a:pt x="103482" y="43220"/>
                  <a:pt x="97922" y="37190"/>
                </a:cubicBezTo>
                <a:cubicBezTo>
                  <a:pt x="99330" y="35854"/>
                  <a:pt x="100702" y="34590"/>
                  <a:pt x="102146" y="33327"/>
                </a:cubicBezTo>
                <a:close/>
                <a:moveTo>
                  <a:pt x="60371" y="111029"/>
                </a:moveTo>
                <a:cubicBezTo>
                  <a:pt x="62212" y="114170"/>
                  <a:pt x="64090" y="117311"/>
                  <a:pt x="66076" y="120380"/>
                </a:cubicBezTo>
                <a:cubicBezTo>
                  <a:pt x="60443" y="119767"/>
                  <a:pt x="54846" y="118864"/>
                  <a:pt x="49322" y="117672"/>
                </a:cubicBezTo>
                <a:cubicBezTo>
                  <a:pt x="50911" y="112473"/>
                  <a:pt x="52897" y="107093"/>
                  <a:pt x="55207" y="101605"/>
                </a:cubicBezTo>
                <a:cubicBezTo>
                  <a:pt x="56868" y="104782"/>
                  <a:pt x="58565" y="107924"/>
                  <a:pt x="60371" y="111029"/>
                </a:cubicBezTo>
                <a:close/>
                <a:moveTo>
                  <a:pt x="49430" y="67592"/>
                </a:moveTo>
                <a:cubicBezTo>
                  <a:pt x="54630" y="66437"/>
                  <a:pt x="60154" y="65498"/>
                  <a:pt x="65895" y="64776"/>
                </a:cubicBezTo>
                <a:cubicBezTo>
                  <a:pt x="63981" y="67773"/>
                  <a:pt x="62104" y="70842"/>
                  <a:pt x="60335" y="73947"/>
                </a:cubicBezTo>
                <a:cubicBezTo>
                  <a:pt x="58565" y="77016"/>
                  <a:pt x="56832" y="80157"/>
                  <a:pt x="55207" y="83335"/>
                </a:cubicBezTo>
                <a:cubicBezTo>
                  <a:pt x="52933" y="77955"/>
                  <a:pt x="51019" y="72683"/>
                  <a:pt x="49430" y="67592"/>
                </a:cubicBezTo>
                <a:close/>
                <a:moveTo>
                  <a:pt x="59324" y="92470"/>
                </a:moveTo>
                <a:cubicBezTo>
                  <a:pt x="61707" y="87487"/>
                  <a:pt x="64306" y="82613"/>
                  <a:pt x="67051" y="77810"/>
                </a:cubicBezTo>
                <a:cubicBezTo>
                  <a:pt x="69795" y="73008"/>
                  <a:pt x="72755" y="68350"/>
                  <a:pt x="75861" y="63765"/>
                </a:cubicBezTo>
                <a:cubicBezTo>
                  <a:pt x="81277" y="63368"/>
                  <a:pt x="86801" y="63151"/>
                  <a:pt x="92434" y="63151"/>
                </a:cubicBezTo>
                <a:cubicBezTo>
                  <a:pt x="98066" y="63151"/>
                  <a:pt x="103627" y="63368"/>
                  <a:pt x="109007" y="63765"/>
                </a:cubicBezTo>
                <a:cubicBezTo>
                  <a:pt x="112076" y="68314"/>
                  <a:pt x="115000" y="72972"/>
                  <a:pt x="117781" y="77738"/>
                </a:cubicBezTo>
                <a:cubicBezTo>
                  <a:pt x="120561" y="82504"/>
                  <a:pt x="123161" y="87379"/>
                  <a:pt x="125616" y="92325"/>
                </a:cubicBezTo>
                <a:cubicBezTo>
                  <a:pt x="123197" y="97308"/>
                  <a:pt x="120597" y="102219"/>
                  <a:pt x="117817" y="107057"/>
                </a:cubicBezTo>
                <a:cubicBezTo>
                  <a:pt x="115073" y="111859"/>
                  <a:pt x="112148" y="116517"/>
                  <a:pt x="109079" y="121139"/>
                </a:cubicBezTo>
                <a:cubicBezTo>
                  <a:pt x="103699" y="121536"/>
                  <a:pt x="98102" y="121716"/>
                  <a:pt x="92434" y="121716"/>
                </a:cubicBezTo>
                <a:cubicBezTo>
                  <a:pt x="86765" y="121716"/>
                  <a:pt x="81277" y="121536"/>
                  <a:pt x="75969" y="121211"/>
                </a:cubicBezTo>
                <a:cubicBezTo>
                  <a:pt x="72828" y="116625"/>
                  <a:pt x="69867" y="111931"/>
                  <a:pt x="67087" y="107129"/>
                </a:cubicBezTo>
                <a:cubicBezTo>
                  <a:pt x="64306" y="102327"/>
                  <a:pt x="61743" y="97453"/>
                  <a:pt x="59324" y="92470"/>
                </a:cubicBezTo>
                <a:close/>
                <a:moveTo>
                  <a:pt x="124533" y="110957"/>
                </a:moveTo>
                <a:cubicBezTo>
                  <a:pt x="126374" y="107779"/>
                  <a:pt x="128107" y="104566"/>
                  <a:pt x="129804" y="101316"/>
                </a:cubicBezTo>
                <a:cubicBezTo>
                  <a:pt x="132115" y="106551"/>
                  <a:pt x="134137" y="111859"/>
                  <a:pt x="135906" y="117311"/>
                </a:cubicBezTo>
                <a:cubicBezTo>
                  <a:pt x="130310" y="118575"/>
                  <a:pt x="124641" y="119550"/>
                  <a:pt x="118936" y="120200"/>
                </a:cubicBezTo>
                <a:cubicBezTo>
                  <a:pt x="120886" y="117167"/>
                  <a:pt x="122727" y="114062"/>
                  <a:pt x="124533" y="110957"/>
                </a:cubicBezTo>
                <a:close/>
                <a:moveTo>
                  <a:pt x="129732" y="83335"/>
                </a:moveTo>
                <a:cubicBezTo>
                  <a:pt x="128035" y="80157"/>
                  <a:pt x="126302" y="76980"/>
                  <a:pt x="124497" y="73875"/>
                </a:cubicBezTo>
                <a:cubicBezTo>
                  <a:pt x="122727" y="70806"/>
                  <a:pt x="120886" y="67773"/>
                  <a:pt x="118972" y="64776"/>
                </a:cubicBezTo>
                <a:cubicBezTo>
                  <a:pt x="124785" y="65498"/>
                  <a:pt x="130346" y="66473"/>
                  <a:pt x="135545" y="67664"/>
                </a:cubicBezTo>
                <a:cubicBezTo>
                  <a:pt x="133884" y="73008"/>
                  <a:pt x="131935" y="78208"/>
                  <a:pt x="129732" y="83335"/>
                </a:cubicBezTo>
                <a:close/>
                <a:moveTo>
                  <a:pt x="92506" y="42714"/>
                </a:moveTo>
                <a:cubicBezTo>
                  <a:pt x="96297" y="46831"/>
                  <a:pt x="99872" y="51163"/>
                  <a:pt x="103194" y="55641"/>
                </a:cubicBezTo>
                <a:cubicBezTo>
                  <a:pt x="96044" y="55316"/>
                  <a:pt x="88859" y="55316"/>
                  <a:pt x="81710" y="55641"/>
                </a:cubicBezTo>
                <a:cubicBezTo>
                  <a:pt x="85248" y="50983"/>
                  <a:pt x="88895" y="46650"/>
                  <a:pt x="92506" y="42714"/>
                </a:cubicBezTo>
                <a:close/>
                <a:moveTo>
                  <a:pt x="50622" y="20581"/>
                </a:moveTo>
                <a:cubicBezTo>
                  <a:pt x="56688" y="17042"/>
                  <a:pt x="70156" y="22097"/>
                  <a:pt x="84346" y="34663"/>
                </a:cubicBezTo>
                <a:cubicBezTo>
                  <a:pt x="85248" y="35457"/>
                  <a:pt x="86151" y="36324"/>
                  <a:pt x="87090" y="37190"/>
                </a:cubicBezTo>
                <a:cubicBezTo>
                  <a:pt x="81493" y="43220"/>
                  <a:pt x="76330" y="49647"/>
                  <a:pt x="71600" y="56363"/>
                </a:cubicBezTo>
                <a:cubicBezTo>
                  <a:pt x="63440" y="57085"/>
                  <a:pt x="55352" y="58349"/>
                  <a:pt x="47336" y="60118"/>
                </a:cubicBezTo>
                <a:cubicBezTo>
                  <a:pt x="46867" y="58277"/>
                  <a:pt x="46470" y="56399"/>
                  <a:pt x="46072" y="54521"/>
                </a:cubicBezTo>
                <a:cubicBezTo>
                  <a:pt x="42678" y="37046"/>
                  <a:pt x="44917" y="23867"/>
                  <a:pt x="50622" y="20581"/>
                </a:cubicBezTo>
                <a:close/>
                <a:moveTo>
                  <a:pt x="41776" y="115759"/>
                </a:moveTo>
                <a:cubicBezTo>
                  <a:pt x="40259" y="115325"/>
                  <a:pt x="38779" y="114856"/>
                  <a:pt x="37298" y="114351"/>
                </a:cubicBezTo>
                <a:cubicBezTo>
                  <a:pt x="29608" y="111931"/>
                  <a:pt x="20870" y="108104"/>
                  <a:pt x="14551" y="103085"/>
                </a:cubicBezTo>
                <a:cubicBezTo>
                  <a:pt x="10904" y="100558"/>
                  <a:pt x="8449" y="96658"/>
                  <a:pt x="7763" y="92289"/>
                </a:cubicBezTo>
                <a:cubicBezTo>
                  <a:pt x="7763" y="85682"/>
                  <a:pt x="19173" y="77233"/>
                  <a:pt x="35638" y="71492"/>
                </a:cubicBezTo>
                <a:cubicBezTo>
                  <a:pt x="37696" y="70770"/>
                  <a:pt x="39790" y="70120"/>
                  <a:pt x="41884" y="69506"/>
                </a:cubicBezTo>
                <a:cubicBezTo>
                  <a:pt x="44339" y="77341"/>
                  <a:pt x="47300" y="85032"/>
                  <a:pt x="50730" y="92470"/>
                </a:cubicBezTo>
                <a:cubicBezTo>
                  <a:pt x="47264" y="100016"/>
                  <a:pt x="44267" y="107815"/>
                  <a:pt x="41776" y="115759"/>
                </a:cubicBezTo>
                <a:close/>
                <a:moveTo>
                  <a:pt x="83876" y="151143"/>
                </a:moveTo>
                <a:cubicBezTo>
                  <a:pt x="77919" y="156596"/>
                  <a:pt x="71022" y="160928"/>
                  <a:pt x="63512" y="163889"/>
                </a:cubicBezTo>
                <a:cubicBezTo>
                  <a:pt x="59504" y="165803"/>
                  <a:pt x="54882" y="165983"/>
                  <a:pt x="50766" y="164359"/>
                </a:cubicBezTo>
                <a:cubicBezTo>
                  <a:pt x="45025" y="161037"/>
                  <a:pt x="42642" y="148291"/>
                  <a:pt x="45892" y="131140"/>
                </a:cubicBezTo>
                <a:cubicBezTo>
                  <a:pt x="46289" y="129118"/>
                  <a:pt x="46722" y="127096"/>
                  <a:pt x="47228" y="125110"/>
                </a:cubicBezTo>
                <a:cubicBezTo>
                  <a:pt x="55316" y="126844"/>
                  <a:pt x="63476" y="128035"/>
                  <a:pt x="71744" y="128649"/>
                </a:cubicBezTo>
                <a:cubicBezTo>
                  <a:pt x="76511" y="135401"/>
                  <a:pt x="81746" y="141864"/>
                  <a:pt x="87343" y="147930"/>
                </a:cubicBezTo>
                <a:cubicBezTo>
                  <a:pt x="86187" y="149049"/>
                  <a:pt x="85032" y="150132"/>
                  <a:pt x="83876" y="151143"/>
                </a:cubicBezTo>
                <a:close/>
                <a:moveTo>
                  <a:pt x="92723" y="142370"/>
                </a:moveTo>
                <a:cubicBezTo>
                  <a:pt x="89040" y="138398"/>
                  <a:pt x="85357" y="133993"/>
                  <a:pt x="81782" y="129263"/>
                </a:cubicBezTo>
                <a:cubicBezTo>
                  <a:pt x="85248" y="129407"/>
                  <a:pt x="88823" y="129479"/>
                  <a:pt x="92434" y="129479"/>
                </a:cubicBezTo>
                <a:cubicBezTo>
                  <a:pt x="96153" y="129479"/>
                  <a:pt x="99799" y="129407"/>
                  <a:pt x="103410" y="129227"/>
                </a:cubicBezTo>
                <a:cubicBezTo>
                  <a:pt x="100088" y="133812"/>
                  <a:pt x="96514" y="138181"/>
                  <a:pt x="92723" y="142370"/>
                </a:cubicBezTo>
                <a:close/>
                <a:moveTo>
                  <a:pt x="139914" y="153202"/>
                </a:moveTo>
                <a:cubicBezTo>
                  <a:pt x="139589" y="157607"/>
                  <a:pt x="137423" y="161723"/>
                  <a:pt x="133957" y="164503"/>
                </a:cubicBezTo>
                <a:cubicBezTo>
                  <a:pt x="128216" y="167825"/>
                  <a:pt x="115975" y="163492"/>
                  <a:pt x="102760" y="152154"/>
                </a:cubicBezTo>
                <a:cubicBezTo>
                  <a:pt x="101244" y="150855"/>
                  <a:pt x="99727" y="149446"/>
                  <a:pt x="98175" y="148002"/>
                </a:cubicBezTo>
                <a:cubicBezTo>
                  <a:pt x="103699" y="141900"/>
                  <a:pt x="108790" y="135437"/>
                  <a:pt x="113412" y="128649"/>
                </a:cubicBezTo>
                <a:cubicBezTo>
                  <a:pt x="121680" y="127963"/>
                  <a:pt x="129913" y="126699"/>
                  <a:pt x="138037" y="124858"/>
                </a:cubicBezTo>
                <a:cubicBezTo>
                  <a:pt x="138398" y="126338"/>
                  <a:pt x="138723" y="127818"/>
                  <a:pt x="139012" y="129263"/>
                </a:cubicBezTo>
                <a:cubicBezTo>
                  <a:pt x="140781" y="137062"/>
                  <a:pt x="141070" y="145186"/>
                  <a:pt x="139914" y="153202"/>
                </a:cubicBezTo>
                <a:close/>
                <a:moveTo>
                  <a:pt x="146486" y="114387"/>
                </a:moveTo>
                <a:cubicBezTo>
                  <a:pt x="145475" y="114712"/>
                  <a:pt x="144464" y="115037"/>
                  <a:pt x="143417" y="115325"/>
                </a:cubicBezTo>
                <a:cubicBezTo>
                  <a:pt x="140889" y="107454"/>
                  <a:pt x="137784" y="99763"/>
                  <a:pt x="134209" y="92289"/>
                </a:cubicBezTo>
                <a:cubicBezTo>
                  <a:pt x="137676" y="84923"/>
                  <a:pt x="140600" y="77341"/>
                  <a:pt x="143056" y="69578"/>
                </a:cubicBezTo>
                <a:cubicBezTo>
                  <a:pt x="144933" y="70120"/>
                  <a:pt x="146738" y="70697"/>
                  <a:pt x="148472" y="71275"/>
                </a:cubicBezTo>
                <a:cubicBezTo>
                  <a:pt x="165297" y="77052"/>
                  <a:pt x="177104" y="85646"/>
                  <a:pt x="177104" y="92217"/>
                </a:cubicBezTo>
                <a:cubicBezTo>
                  <a:pt x="177104" y="99294"/>
                  <a:pt x="164503" y="108429"/>
                  <a:pt x="146486" y="114387"/>
                </a:cubicBezTo>
                <a:close/>
                <a:moveTo>
                  <a:pt x="92434" y="108971"/>
                </a:moveTo>
                <a:cubicBezTo>
                  <a:pt x="101561" y="108971"/>
                  <a:pt x="108971" y="101561"/>
                  <a:pt x="108971" y="92434"/>
                </a:cubicBezTo>
                <a:cubicBezTo>
                  <a:pt x="108971" y="83307"/>
                  <a:pt x="101561" y="75897"/>
                  <a:pt x="92434" y="75897"/>
                </a:cubicBezTo>
                <a:cubicBezTo>
                  <a:pt x="83307" y="75897"/>
                  <a:pt x="75897" y="83307"/>
                  <a:pt x="75897" y="92434"/>
                </a:cubicBezTo>
                <a:cubicBezTo>
                  <a:pt x="75897" y="101561"/>
                  <a:pt x="83307" y="108971"/>
                  <a:pt x="92434" y="108971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27" name="Text 24"/>
          <p:cNvSpPr/>
          <p:nvPr/>
        </p:nvSpPr>
        <p:spPr>
          <a:xfrm>
            <a:off x="5810065" y="4712840"/>
            <a:ext cx="5823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React.js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81254" y="5127119"/>
            <a:ext cx="1552886" cy="443682"/>
          </a:xfrm>
          <a:custGeom>
            <a:avLst/>
            <a:gdLst/>
            <a:ahLst/>
            <a:cxnLst/>
            <a:rect l="l" t="t" r="r" b="b"/>
            <a:pathLst>
              <a:path w="1552886" h="443682">
                <a:moveTo>
                  <a:pt x="221841" y="0"/>
                </a:moveTo>
                <a:lnTo>
                  <a:pt x="1331045" y="0"/>
                </a:lnTo>
                <a:cubicBezTo>
                  <a:pt x="1453564" y="0"/>
                  <a:pt x="1552886" y="99322"/>
                  <a:pt x="1552886" y="221841"/>
                </a:cubicBezTo>
                <a:lnTo>
                  <a:pt x="1552886" y="221841"/>
                </a:lnTo>
                <a:cubicBezTo>
                  <a:pt x="1552886" y="344360"/>
                  <a:pt x="1453564" y="443682"/>
                  <a:pt x="1331045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26203" y="5256527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70172" y="2419"/>
                </a:moveTo>
                <a:cubicBezTo>
                  <a:pt x="172483" y="217"/>
                  <a:pt x="175841" y="-578"/>
                  <a:pt x="178946" y="433"/>
                </a:cubicBezTo>
                <a:cubicBezTo>
                  <a:pt x="182484" y="1625"/>
                  <a:pt x="184867" y="4947"/>
                  <a:pt x="184867" y="8666"/>
                </a:cubicBezTo>
                <a:lnTo>
                  <a:pt x="184867" y="76149"/>
                </a:lnTo>
                <a:cubicBezTo>
                  <a:pt x="184867" y="123522"/>
                  <a:pt x="145836" y="161759"/>
                  <a:pt x="98644" y="161759"/>
                </a:cubicBezTo>
                <a:cubicBezTo>
                  <a:pt x="70842" y="161759"/>
                  <a:pt x="46867" y="143886"/>
                  <a:pt x="38165" y="118900"/>
                </a:cubicBezTo>
                <a:cubicBezTo>
                  <a:pt x="25383" y="130021"/>
                  <a:pt x="17331" y="146377"/>
                  <a:pt x="17331" y="164647"/>
                </a:cubicBezTo>
                <a:cubicBezTo>
                  <a:pt x="17331" y="169450"/>
                  <a:pt x="13468" y="173313"/>
                  <a:pt x="8666" y="173313"/>
                </a:cubicBezTo>
                <a:cubicBezTo>
                  <a:pt x="3863" y="173313"/>
                  <a:pt x="0" y="169450"/>
                  <a:pt x="0" y="164647"/>
                </a:cubicBezTo>
                <a:cubicBezTo>
                  <a:pt x="0" y="137603"/>
                  <a:pt x="13793" y="113773"/>
                  <a:pt x="34699" y="99763"/>
                </a:cubicBezTo>
                <a:cubicBezTo>
                  <a:pt x="47444" y="91242"/>
                  <a:pt x="62645" y="86657"/>
                  <a:pt x="77991" y="86657"/>
                </a:cubicBezTo>
                <a:lnTo>
                  <a:pt x="106876" y="86657"/>
                </a:lnTo>
                <a:cubicBezTo>
                  <a:pt x="111679" y="86657"/>
                  <a:pt x="115542" y="82793"/>
                  <a:pt x="115542" y="77991"/>
                </a:cubicBezTo>
                <a:cubicBezTo>
                  <a:pt x="115542" y="73189"/>
                  <a:pt x="111679" y="69325"/>
                  <a:pt x="106876" y="69325"/>
                </a:cubicBezTo>
                <a:lnTo>
                  <a:pt x="77991" y="69325"/>
                </a:lnTo>
                <a:cubicBezTo>
                  <a:pt x="63656" y="69325"/>
                  <a:pt x="50080" y="72503"/>
                  <a:pt x="37912" y="78171"/>
                </a:cubicBezTo>
                <a:cubicBezTo>
                  <a:pt x="46325" y="52897"/>
                  <a:pt x="70120" y="34663"/>
                  <a:pt x="98211" y="34663"/>
                </a:cubicBezTo>
                <a:cubicBezTo>
                  <a:pt x="122186" y="34663"/>
                  <a:pt x="140023" y="26683"/>
                  <a:pt x="151902" y="18776"/>
                </a:cubicBezTo>
                <a:cubicBezTo>
                  <a:pt x="158834" y="14154"/>
                  <a:pt x="164720" y="8630"/>
                  <a:pt x="170208" y="2419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30" name="Text 27"/>
          <p:cNvSpPr/>
          <p:nvPr/>
        </p:nvSpPr>
        <p:spPr>
          <a:xfrm>
            <a:off x="5708126" y="5238040"/>
            <a:ext cx="84114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39043139-3783-D20A-46C3-0346341FE939}"/>
              </a:ext>
            </a:extLst>
          </p:cNvPr>
          <p:cNvSpPr/>
          <p:nvPr/>
        </p:nvSpPr>
        <p:spPr>
          <a:xfrm>
            <a:off x="5153524" y="5619328"/>
            <a:ext cx="1580616" cy="443682"/>
          </a:xfrm>
          <a:custGeom>
            <a:avLst/>
            <a:gdLst/>
            <a:ahLst/>
            <a:cxnLst/>
            <a:rect l="l" t="t" r="r" b="b"/>
            <a:pathLst>
              <a:path w="1580616" h="443682">
                <a:moveTo>
                  <a:pt x="221841" y="0"/>
                </a:moveTo>
                <a:lnTo>
                  <a:pt x="1358775" y="0"/>
                </a:lnTo>
                <a:cubicBezTo>
                  <a:pt x="1481294" y="0"/>
                  <a:pt x="1580616" y="99322"/>
                  <a:pt x="1580616" y="221841"/>
                </a:cubicBezTo>
                <a:lnTo>
                  <a:pt x="1580616" y="221841"/>
                </a:lnTo>
                <a:cubicBezTo>
                  <a:pt x="1580616" y="344360"/>
                  <a:pt x="1481294" y="443682"/>
                  <a:pt x="1358775" y="443682"/>
                </a:cubicBezTo>
                <a:lnTo>
                  <a:pt x="221841" y="443682"/>
                </a:lnTo>
                <a:cubicBezTo>
                  <a:pt x="99322" y="443682"/>
                  <a:pt x="0" y="344360"/>
                  <a:pt x="0" y="221841"/>
                </a:cubicBezTo>
                <a:lnTo>
                  <a:pt x="0" y="221841"/>
                </a:lnTo>
                <a:cubicBezTo>
                  <a:pt x="0" y="99322"/>
                  <a:pt x="99321" y="0"/>
                  <a:pt x="221841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38650" dist="9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29">
            <a:extLst>
              <a:ext uri="{FF2B5EF4-FFF2-40B4-BE49-F238E27FC236}">
                <a16:creationId xmlns:a16="http://schemas.microsoft.com/office/drawing/2014/main" id="{CA108823-F6BD-04B7-9B19-17930ED8C69A}"/>
              </a:ext>
            </a:extLst>
          </p:cNvPr>
          <p:cNvSpPr/>
          <p:nvPr/>
        </p:nvSpPr>
        <p:spPr>
          <a:xfrm>
            <a:off x="5410028" y="5748736"/>
            <a:ext cx="161759" cy="184867"/>
          </a:xfrm>
          <a:custGeom>
            <a:avLst/>
            <a:gdLst/>
            <a:ahLst/>
            <a:cxnLst/>
            <a:rect l="l" t="t" r="r" b="b"/>
            <a:pathLst>
              <a:path w="161759" h="184867">
                <a:moveTo>
                  <a:pt x="161759" y="74308"/>
                </a:moveTo>
                <a:cubicBezTo>
                  <a:pt x="156415" y="77846"/>
                  <a:pt x="150277" y="80699"/>
                  <a:pt x="143886" y="82974"/>
                </a:cubicBezTo>
                <a:cubicBezTo>
                  <a:pt x="126916" y="89040"/>
                  <a:pt x="104638" y="92434"/>
                  <a:pt x="80879" y="92434"/>
                </a:cubicBezTo>
                <a:cubicBezTo>
                  <a:pt x="57121" y="92434"/>
                  <a:pt x="34807" y="89004"/>
                  <a:pt x="17873" y="82974"/>
                </a:cubicBezTo>
                <a:cubicBezTo>
                  <a:pt x="11518" y="80699"/>
                  <a:pt x="5344" y="77846"/>
                  <a:pt x="0" y="74308"/>
                </a:cubicBezTo>
                <a:lnTo>
                  <a:pt x="0" y="103988"/>
                </a:lnTo>
                <a:cubicBezTo>
                  <a:pt x="0" y="119947"/>
                  <a:pt x="36215" y="132873"/>
                  <a:pt x="80879" y="132873"/>
                </a:cubicBezTo>
                <a:cubicBezTo>
                  <a:pt x="125544" y="132873"/>
                  <a:pt x="161759" y="119947"/>
                  <a:pt x="161759" y="103988"/>
                </a:cubicBezTo>
                <a:lnTo>
                  <a:pt x="161759" y="74308"/>
                </a:lnTo>
                <a:close/>
                <a:moveTo>
                  <a:pt x="161759" y="46217"/>
                </a:moveTo>
                <a:lnTo>
                  <a:pt x="161759" y="28886"/>
                </a:lnTo>
                <a:cubicBezTo>
                  <a:pt x="161759" y="12926"/>
                  <a:pt x="125544" y="0"/>
                  <a:pt x="80879" y="0"/>
                </a:cubicBezTo>
                <a:cubicBezTo>
                  <a:pt x="36215" y="0"/>
                  <a:pt x="0" y="12926"/>
                  <a:pt x="0" y="28886"/>
                </a:cubicBezTo>
                <a:lnTo>
                  <a:pt x="0" y="46217"/>
                </a:lnTo>
                <a:cubicBezTo>
                  <a:pt x="0" y="62176"/>
                  <a:pt x="36215" y="75102"/>
                  <a:pt x="80879" y="75102"/>
                </a:cubicBezTo>
                <a:cubicBezTo>
                  <a:pt x="125544" y="75102"/>
                  <a:pt x="161759" y="62176"/>
                  <a:pt x="161759" y="46217"/>
                </a:cubicBezTo>
                <a:close/>
                <a:moveTo>
                  <a:pt x="143886" y="140745"/>
                </a:moveTo>
                <a:cubicBezTo>
                  <a:pt x="126952" y="146775"/>
                  <a:pt x="104674" y="150205"/>
                  <a:pt x="80879" y="150205"/>
                </a:cubicBezTo>
                <a:cubicBezTo>
                  <a:pt x="57085" y="150205"/>
                  <a:pt x="34807" y="146775"/>
                  <a:pt x="17873" y="140745"/>
                </a:cubicBezTo>
                <a:cubicBezTo>
                  <a:pt x="11518" y="138470"/>
                  <a:pt x="5344" y="135618"/>
                  <a:pt x="0" y="132079"/>
                </a:cubicBezTo>
                <a:lnTo>
                  <a:pt x="0" y="155982"/>
                </a:lnTo>
                <a:cubicBezTo>
                  <a:pt x="0" y="171941"/>
                  <a:pt x="36215" y="184867"/>
                  <a:pt x="80879" y="184867"/>
                </a:cubicBezTo>
                <a:cubicBezTo>
                  <a:pt x="125544" y="184867"/>
                  <a:pt x="161759" y="171941"/>
                  <a:pt x="161759" y="155982"/>
                </a:cubicBezTo>
                <a:lnTo>
                  <a:pt x="161759" y="132079"/>
                </a:lnTo>
                <a:cubicBezTo>
                  <a:pt x="156415" y="135618"/>
                  <a:pt x="150277" y="138470"/>
                  <a:pt x="143886" y="140745"/>
                </a:cubicBezTo>
                <a:close/>
              </a:path>
            </a:pathLst>
          </a:custGeom>
          <a:solidFill>
            <a:srgbClr val="AF52DE"/>
          </a:solidFill>
          <a:ln/>
        </p:spPr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CF0BC2EE-AFCB-BCA2-27C3-BCB5008B192D}"/>
              </a:ext>
            </a:extLst>
          </p:cNvPr>
          <p:cNvSpPr/>
          <p:nvPr/>
        </p:nvSpPr>
        <p:spPr>
          <a:xfrm>
            <a:off x="5680396" y="5730249"/>
            <a:ext cx="868876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651</Words>
  <Application>Microsoft Office PowerPoint</Application>
  <PresentationFormat>Widescreen</PresentationFormat>
  <Paragraphs>144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Hedvig Letters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Skillforge AI - Adaptive Learning Platform</dc:title>
  <dc:subject>Skillforge AI - Adaptive Learning Platform</dc:subject>
  <dc:creator>Kimi</dc:creator>
  <cp:lastModifiedBy>Spoorti Arakeri</cp:lastModifiedBy>
  <cp:revision>12</cp:revision>
  <dcterms:created xsi:type="dcterms:W3CDTF">2026-02-13T06:12:29Z</dcterms:created>
  <dcterms:modified xsi:type="dcterms:W3CDTF">2026-02-14T14:28:09Z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{"Label":"Skillforge AI - Adaptive Learning Platform","ContentProducer":"001191110108MACG2KBH8F10000","ProduceID":"19c528e2-d4f2-8bcf-8000-000076c0cc0b","ReservedCode1":"","ContentPropagator":"001191110108MACG2KBH8F20000","PropagateID":"19c528e2-d4f2-8bcf-8000-000076c0cc0b","ReservedCode2":""}</vt:lpwstr>
  </property>
</Properties>
</file>